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3" r:id="rId3"/>
    <p:sldId id="260" r:id="rId4"/>
    <p:sldId id="277" r:id="rId5"/>
    <p:sldId id="271" r:id="rId6"/>
    <p:sldId id="276" r:id="rId7"/>
    <p:sldId id="265" r:id="rId8"/>
    <p:sldId id="264" r:id="rId9"/>
    <p:sldId id="274" r:id="rId10"/>
    <p:sldId id="272" r:id="rId11"/>
    <p:sldId id="273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yudharshu8@gmail.com" initials="g" lastIdx="2" clrIdx="0">
    <p:extLst>
      <p:ext uri="{19B8F6BF-5375-455C-9EA6-DF929625EA0E}">
        <p15:presenceInfo xmlns:p15="http://schemas.microsoft.com/office/powerpoint/2012/main" userId="0ba75f22570f414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udharshu8@gmail.com" userId="0ba75f22570f4142" providerId="LiveId" clId="{5F1E9581-2ED6-4694-91DE-0FC0D2487331}"/>
    <pc:docChg chg="undo custSel addSld delSld modSld sldOrd">
      <pc:chgData name="gayudharshu8@gmail.com" userId="0ba75f22570f4142" providerId="LiveId" clId="{5F1E9581-2ED6-4694-91DE-0FC0D2487331}" dt="2021-03-19T01:01:55.056" v="3654" actId="1076"/>
      <pc:docMkLst>
        <pc:docMk/>
      </pc:docMkLst>
      <pc:sldChg chg="modSp mod">
        <pc:chgData name="gayudharshu8@gmail.com" userId="0ba75f22570f4142" providerId="LiveId" clId="{5F1E9581-2ED6-4694-91DE-0FC0D2487331}" dt="2021-03-19T01:01:55.056" v="3654" actId="1076"/>
        <pc:sldMkLst>
          <pc:docMk/>
          <pc:sldMk cId="446836307" sldId="256"/>
        </pc:sldMkLst>
        <pc:spChg chg="mod">
          <ac:chgData name="gayudharshu8@gmail.com" userId="0ba75f22570f4142" providerId="LiveId" clId="{5F1E9581-2ED6-4694-91DE-0FC0D2487331}" dt="2021-03-19T00:59:48.924" v="3651" actId="20577"/>
          <ac:spMkLst>
            <pc:docMk/>
            <pc:sldMk cId="446836307" sldId="256"/>
            <ac:spMk id="3" creationId="{7EFC1BD5-85DB-4212-8984-3FC8C5BD54B6}"/>
          </ac:spMkLst>
        </pc:spChg>
        <pc:picChg chg="mod">
          <ac:chgData name="gayudharshu8@gmail.com" userId="0ba75f22570f4142" providerId="LiveId" clId="{5F1E9581-2ED6-4694-91DE-0FC0D2487331}" dt="2021-03-19T01:01:55.056" v="3654" actId="1076"/>
          <ac:picMkLst>
            <pc:docMk/>
            <pc:sldMk cId="446836307" sldId="256"/>
            <ac:picMk id="4" creationId="{B5D2800E-A3B9-4095-A23B-FE57668C1530}"/>
          </ac:picMkLst>
        </pc:picChg>
      </pc:sldChg>
      <pc:sldChg chg="addSp delSp modSp new del mod modClrScheme chgLayout">
        <pc:chgData name="gayudharshu8@gmail.com" userId="0ba75f22570f4142" providerId="LiveId" clId="{5F1E9581-2ED6-4694-91DE-0FC0D2487331}" dt="2021-03-10T16:40:57.340" v="21" actId="2696"/>
        <pc:sldMkLst>
          <pc:docMk/>
          <pc:sldMk cId="867573559" sldId="257"/>
        </pc:sldMkLst>
        <pc:spChg chg="add del mod">
          <ac:chgData name="gayudharshu8@gmail.com" userId="0ba75f22570f4142" providerId="LiveId" clId="{5F1E9581-2ED6-4694-91DE-0FC0D2487331}" dt="2021-03-10T16:39:24.242" v="17"/>
          <ac:spMkLst>
            <pc:docMk/>
            <pc:sldMk cId="867573559" sldId="257"/>
            <ac:spMk id="3" creationId="{DAF920F3-641D-4DA4-BD01-15053F91C3DF}"/>
          </ac:spMkLst>
        </pc:spChg>
        <pc:spChg chg="add del">
          <ac:chgData name="gayudharshu8@gmail.com" userId="0ba75f22570f4142" providerId="LiveId" clId="{5F1E9581-2ED6-4694-91DE-0FC0D2487331}" dt="2021-03-10T16:40:16.385" v="19" actId="478"/>
          <ac:spMkLst>
            <pc:docMk/>
            <pc:sldMk cId="867573559" sldId="257"/>
            <ac:spMk id="5" creationId="{327233CE-C109-4B18-BDBD-2A421B81CEAF}"/>
          </ac:spMkLst>
        </pc:spChg>
        <pc:spChg chg="add mod">
          <ac:chgData name="gayudharshu8@gmail.com" userId="0ba75f22570f4142" providerId="LiveId" clId="{5F1E9581-2ED6-4694-91DE-0FC0D2487331}" dt="2021-03-10T16:40:36.250" v="20" actId="700"/>
          <ac:spMkLst>
            <pc:docMk/>
            <pc:sldMk cId="867573559" sldId="257"/>
            <ac:spMk id="6" creationId="{9A1E629B-4B12-493D-BC87-9DA654004F5C}"/>
          </ac:spMkLst>
        </pc:spChg>
      </pc:sldChg>
      <pc:sldChg chg="new del">
        <pc:chgData name="gayudharshu8@gmail.com" userId="0ba75f22570f4142" providerId="LiveId" clId="{5F1E9581-2ED6-4694-91DE-0FC0D2487331}" dt="2021-03-10T16:42:32.450" v="30" actId="47"/>
        <pc:sldMkLst>
          <pc:docMk/>
          <pc:sldMk cId="1796740837" sldId="257"/>
        </pc:sldMkLst>
      </pc:sldChg>
      <pc:sldChg chg="new del">
        <pc:chgData name="gayudharshu8@gmail.com" userId="0ba75f22570f4142" providerId="LiveId" clId="{5F1E9581-2ED6-4694-91DE-0FC0D2487331}" dt="2021-03-10T16:42:17.581" v="27" actId="2696"/>
        <pc:sldMkLst>
          <pc:docMk/>
          <pc:sldMk cId="2497233748" sldId="257"/>
        </pc:sldMkLst>
      </pc:sldChg>
      <pc:sldChg chg="addSp delSp modSp new del mod">
        <pc:chgData name="gayudharshu8@gmail.com" userId="0ba75f22570f4142" providerId="LiveId" clId="{5F1E9581-2ED6-4694-91DE-0FC0D2487331}" dt="2021-03-10T16:42:06.492" v="25" actId="2696"/>
        <pc:sldMkLst>
          <pc:docMk/>
          <pc:sldMk cId="3226161159" sldId="257"/>
        </pc:sldMkLst>
        <pc:spChg chg="del mod">
          <ac:chgData name="gayudharshu8@gmail.com" userId="0ba75f22570f4142" providerId="LiveId" clId="{5F1E9581-2ED6-4694-91DE-0FC0D2487331}" dt="2021-03-10T16:41:52.707" v="24"/>
          <ac:spMkLst>
            <pc:docMk/>
            <pc:sldMk cId="3226161159" sldId="257"/>
            <ac:spMk id="2" creationId="{08843A1D-F9BC-4941-96E1-79A28D2BF7FE}"/>
          </ac:spMkLst>
        </pc:spChg>
        <pc:spChg chg="add mod">
          <ac:chgData name="gayudharshu8@gmail.com" userId="0ba75f22570f4142" providerId="LiveId" clId="{5F1E9581-2ED6-4694-91DE-0FC0D2487331}" dt="2021-03-10T16:41:52.707" v="24"/>
          <ac:spMkLst>
            <pc:docMk/>
            <pc:sldMk cId="3226161159" sldId="257"/>
            <ac:spMk id="4" creationId="{520E2B61-7DEC-4043-AF37-99A2A32CDD66}"/>
          </ac:spMkLst>
        </pc:spChg>
      </pc:sldChg>
      <pc:sldChg chg="addSp modSp new del mod">
        <pc:chgData name="gayudharshu8@gmail.com" userId="0ba75f22570f4142" providerId="LiveId" clId="{5F1E9581-2ED6-4694-91DE-0FC0D2487331}" dt="2021-03-16T16:01:35.216" v="1162" actId="2696"/>
        <pc:sldMkLst>
          <pc:docMk/>
          <pc:sldMk cId="3518357968" sldId="258"/>
        </pc:sldMkLst>
        <pc:spChg chg="add mod">
          <ac:chgData name="gayudharshu8@gmail.com" userId="0ba75f22570f4142" providerId="LiveId" clId="{5F1E9581-2ED6-4694-91DE-0FC0D2487331}" dt="2021-03-16T15:28:57.012" v="1010" actId="368"/>
          <ac:spMkLst>
            <pc:docMk/>
            <pc:sldMk cId="3518357968" sldId="258"/>
            <ac:spMk id="3" creationId="{468FC25F-BF5A-461C-9B36-BC00161EFCC7}"/>
          </ac:spMkLst>
        </pc:spChg>
      </pc:sldChg>
      <pc:sldChg chg="addSp modSp new del mod">
        <pc:chgData name="gayudharshu8@gmail.com" userId="0ba75f22570f4142" providerId="LiveId" clId="{5F1E9581-2ED6-4694-91DE-0FC0D2487331}" dt="2021-03-16T16:01:39.515" v="1163" actId="2696"/>
        <pc:sldMkLst>
          <pc:docMk/>
          <pc:sldMk cId="3654956425" sldId="259"/>
        </pc:sldMkLst>
        <pc:spChg chg="add mod">
          <ac:chgData name="gayudharshu8@gmail.com" userId="0ba75f22570f4142" providerId="LiveId" clId="{5F1E9581-2ED6-4694-91DE-0FC0D2487331}" dt="2021-03-16T15:19:18.966" v="996" actId="20577"/>
          <ac:spMkLst>
            <pc:docMk/>
            <pc:sldMk cId="3654956425" sldId="259"/>
            <ac:spMk id="3" creationId="{954F16EE-12DB-4783-8E7C-CEB91AD8C3C3}"/>
          </ac:spMkLst>
        </pc:spChg>
      </pc:sldChg>
      <pc:sldChg chg="addSp modSp new del mod">
        <pc:chgData name="gayudharshu8@gmail.com" userId="0ba75f22570f4142" providerId="LiveId" clId="{5F1E9581-2ED6-4694-91DE-0FC0D2487331}" dt="2021-03-10T16:53:22.007" v="71" actId="2696"/>
        <pc:sldMkLst>
          <pc:docMk/>
          <pc:sldMk cId="383552345" sldId="260"/>
        </pc:sldMkLst>
        <pc:spChg chg="add mod">
          <ac:chgData name="gayudharshu8@gmail.com" userId="0ba75f22570f4142" providerId="LiveId" clId="{5F1E9581-2ED6-4694-91DE-0FC0D2487331}" dt="2021-03-10T16:52:31.031" v="70" actId="1076"/>
          <ac:spMkLst>
            <pc:docMk/>
            <pc:sldMk cId="383552345" sldId="260"/>
            <ac:spMk id="3" creationId="{A2FA6B24-3483-4F8A-A1A3-8D4B12A49790}"/>
          </ac:spMkLst>
        </pc:spChg>
      </pc:sldChg>
      <pc:sldChg chg="addSp modSp new mod">
        <pc:chgData name="gayudharshu8@gmail.com" userId="0ba75f22570f4142" providerId="LiveId" clId="{5F1E9581-2ED6-4694-91DE-0FC0D2487331}" dt="2021-03-16T16:11:39.535" v="1552" actId="20577"/>
        <pc:sldMkLst>
          <pc:docMk/>
          <pc:sldMk cId="3419008261" sldId="260"/>
        </pc:sldMkLst>
        <pc:spChg chg="add mod">
          <ac:chgData name="gayudharshu8@gmail.com" userId="0ba75f22570f4142" providerId="LiveId" clId="{5F1E9581-2ED6-4694-91DE-0FC0D2487331}" dt="2021-03-16T16:11:39.535" v="1552" actId="20577"/>
          <ac:spMkLst>
            <pc:docMk/>
            <pc:sldMk cId="3419008261" sldId="260"/>
            <ac:spMk id="3" creationId="{128B3888-40C2-4589-8F8F-92D8F5245D3F}"/>
          </ac:spMkLst>
        </pc:spChg>
      </pc:sldChg>
      <pc:sldChg chg="new del">
        <pc:chgData name="gayudharshu8@gmail.com" userId="0ba75f22570f4142" providerId="LiveId" clId="{5F1E9581-2ED6-4694-91DE-0FC0D2487331}" dt="2021-03-11T09:48:09.689" v="364" actId="2696"/>
        <pc:sldMkLst>
          <pc:docMk/>
          <pc:sldMk cId="1764827097" sldId="261"/>
        </pc:sldMkLst>
      </pc:sldChg>
      <pc:sldChg chg="addSp delSp modSp new del mod addCm delCm">
        <pc:chgData name="gayudharshu8@gmail.com" userId="0ba75f22570f4142" providerId="LiveId" clId="{5F1E9581-2ED6-4694-91DE-0FC0D2487331}" dt="2021-03-16T15:26:18.066" v="1008" actId="2696"/>
        <pc:sldMkLst>
          <pc:docMk/>
          <pc:sldMk cId="2479762655" sldId="261"/>
        </pc:sldMkLst>
        <pc:spChg chg="add mod">
          <ac:chgData name="gayudharshu8@gmail.com" userId="0ba75f22570f4142" providerId="LiveId" clId="{5F1E9581-2ED6-4694-91DE-0FC0D2487331}" dt="2021-03-16T15:11:27.501" v="915" actId="1076"/>
          <ac:spMkLst>
            <pc:docMk/>
            <pc:sldMk cId="2479762655" sldId="261"/>
            <ac:spMk id="2" creationId="{35E4BACF-3D44-4F79-AE37-BDC478A21189}"/>
          </ac:spMkLst>
        </pc:spChg>
        <pc:spChg chg="add del mod">
          <ac:chgData name="gayudharshu8@gmail.com" userId="0ba75f22570f4142" providerId="LiveId" clId="{5F1E9581-2ED6-4694-91DE-0FC0D2487331}" dt="2021-03-11T09:50:42.700" v="368" actId="478"/>
          <ac:spMkLst>
            <pc:docMk/>
            <pc:sldMk cId="2479762655" sldId="261"/>
            <ac:spMk id="2" creationId="{6C84A902-FC63-4C11-B2F4-1C9A786CEA56}"/>
          </ac:spMkLst>
        </pc:spChg>
        <pc:spChg chg="add mod">
          <ac:chgData name="gayudharshu8@gmail.com" userId="0ba75f22570f4142" providerId="LiveId" clId="{5F1E9581-2ED6-4694-91DE-0FC0D2487331}" dt="2021-03-16T15:14:50.593" v="958" actId="20577"/>
          <ac:spMkLst>
            <pc:docMk/>
            <pc:sldMk cId="2479762655" sldId="261"/>
            <ac:spMk id="3" creationId="{D777CF0B-1AD4-43B8-B5C6-5552655CCDE6}"/>
          </ac:spMkLst>
        </pc:spChg>
        <pc:spChg chg="add mod">
          <ac:chgData name="gayudharshu8@gmail.com" userId="0ba75f22570f4142" providerId="LiveId" clId="{5F1E9581-2ED6-4694-91DE-0FC0D2487331}" dt="2021-03-11T09:57:37.054" v="486" actId="20577"/>
          <ac:spMkLst>
            <pc:docMk/>
            <pc:sldMk cId="2479762655" sldId="261"/>
            <ac:spMk id="12" creationId="{25C09FA0-FBD3-4924-86DE-6B9176621432}"/>
          </ac:spMkLst>
        </pc:spChg>
        <pc:spChg chg="add mod">
          <ac:chgData name="gayudharshu8@gmail.com" userId="0ba75f22570f4142" providerId="LiveId" clId="{5F1E9581-2ED6-4694-91DE-0FC0D2487331}" dt="2021-03-11T10:02:47.607" v="680" actId="20577"/>
          <ac:spMkLst>
            <pc:docMk/>
            <pc:sldMk cId="2479762655" sldId="261"/>
            <ac:spMk id="15" creationId="{FD6E1635-4A7E-4066-BAE0-0D41DDF2B819}"/>
          </ac:spMkLst>
        </pc:spChg>
        <pc:spChg chg="add mod">
          <ac:chgData name="gayudharshu8@gmail.com" userId="0ba75f22570f4142" providerId="LiveId" clId="{5F1E9581-2ED6-4694-91DE-0FC0D2487331}" dt="2021-03-11T10:12:05.236" v="753" actId="1076"/>
          <ac:spMkLst>
            <pc:docMk/>
            <pc:sldMk cId="2479762655" sldId="261"/>
            <ac:spMk id="26" creationId="{622214F0-A9EA-4910-B91A-0B551FA11352}"/>
          </ac:spMkLst>
        </pc:spChg>
        <pc:spChg chg="add mod">
          <ac:chgData name="gayudharshu8@gmail.com" userId="0ba75f22570f4142" providerId="LiveId" clId="{5F1E9581-2ED6-4694-91DE-0FC0D2487331}" dt="2021-03-11T10:09:18.739" v="744" actId="20577"/>
          <ac:spMkLst>
            <pc:docMk/>
            <pc:sldMk cId="2479762655" sldId="261"/>
            <ac:spMk id="31" creationId="{E622674E-92FC-4096-BA49-8897CE2C847B}"/>
          </ac:spMkLst>
        </pc:spChg>
        <pc:spChg chg="add mod">
          <ac:chgData name="gayudharshu8@gmail.com" userId="0ba75f22570f4142" providerId="LiveId" clId="{5F1E9581-2ED6-4694-91DE-0FC0D2487331}" dt="2021-03-11T10:20:21.099" v="904" actId="1076"/>
          <ac:spMkLst>
            <pc:docMk/>
            <pc:sldMk cId="2479762655" sldId="261"/>
            <ac:spMk id="51" creationId="{6940A7CE-FF93-4AD1-A019-AFD5B745F4E4}"/>
          </ac:spMkLst>
        </pc:spChg>
        <pc:spChg chg="add del mod">
          <ac:chgData name="gayudharshu8@gmail.com" userId="0ba75f22570f4142" providerId="LiveId" clId="{5F1E9581-2ED6-4694-91DE-0FC0D2487331}" dt="2021-03-11T10:16:10.630" v="777" actId="478"/>
          <ac:spMkLst>
            <pc:docMk/>
            <pc:sldMk cId="2479762655" sldId="261"/>
            <ac:spMk id="53" creationId="{D3DB41F1-27A1-4911-86DA-ACDF1F51383B}"/>
          </ac:spMkLst>
        </pc:spChg>
        <pc:spChg chg="add">
          <ac:chgData name="gayudharshu8@gmail.com" userId="0ba75f22570f4142" providerId="LiveId" clId="{5F1E9581-2ED6-4694-91DE-0FC0D2487331}" dt="2021-03-11T10:21:47.090" v="907" actId="11529"/>
          <ac:spMkLst>
            <pc:docMk/>
            <pc:sldMk cId="2479762655" sldId="261"/>
            <ac:spMk id="56" creationId="{79E315D8-4CF3-4C4B-8B5F-F7B2544E6305}"/>
          </ac:spMkLst>
        </pc:spChg>
        <pc:cxnChg chg="add del mod">
          <ac:chgData name="gayudharshu8@gmail.com" userId="0ba75f22570f4142" providerId="LiveId" clId="{5F1E9581-2ED6-4694-91DE-0FC0D2487331}" dt="2021-03-11T09:52:34.928" v="385" actId="21"/>
          <ac:cxnSpMkLst>
            <pc:docMk/>
            <pc:sldMk cId="2479762655" sldId="261"/>
            <ac:cxnSpMk id="5" creationId="{532D9CD9-31B3-4C8A-B92F-AE43B0ED2D5E}"/>
          </ac:cxnSpMkLst>
        </pc:cxnChg>
        <pc:cxnChg chg="add del mod">
          <ac:chgData name="gayudharshu8@gmail.com" userId="0ba75f22570f4142" providerId="LiveId" clId="{5F1E9581-2ED6-4694-91DE-0FC0D2487331}" dt="2021-03-16T15:12:17.495" v="919" actId="478"/>
          <ac:cxnSpMkLst>
            <pc:docMk/>
            <pc:sldMk cId="2479762655" sldId="261"/>
            <ac:cxnSpMk id="5" creationId="{560FB710-2428-4792-88E3-9DD9CC02D9EF}"/>
          </ac:cxnSpMkLst>
        </pc:cxnChg>
        <pc:cxnChg chg="add mod">
          <ac:chgData name="gayudharshu8@gmail.com" userId="0ba75f22570f4142" providerId="LiveId" clId="{5F1E9581-2ED6-4694-91DE-0FC0D2487331}" dt="2021-03-16T15:12:34.818" v="921" actId="208"/>
          <ac:cxnSpMkLst>
            <pc:docMk/>
            <pc:sldMk cId="2479762655" sldId="261"/>
            <ac:cxnSpMk id="8" creationId="{266C9E2F-3BC0-49DE-A7A8-320779B81954}"/>
          </ac:cxnSpMkLst>
        </pc:cxnChg>
        <pc:cxnChg chg="add mod">
          <ac:chgData name="gayudharshu8@gmail.com" userId="0ba75f22570f4142" providerId="LiveId" clId="{5F1E9581-2ED6-4694-91DE-0FC0D2487331}" dt="2021-03-11T10:12:11.020" v="754" actId="1076"/>
          <ac:cxnSpMkLst>
            <pc:docMk/>
            <pc:sldMk cId="2479762655" sldId="261"/>
            <ac:cxnSpMk id="11" creationId="{3F7C4686-6864-48E5-919B-5194ECF811D3}"/>
          </ac:cxnSpMkLst>
        </pc:cxnChg>
        <pc:cxnChg chg="add mod">
          <ac:chgData name="gayudharshu8@gmail.com" userId="0ba75f22570f4142" providerId="LiveId" clId="{5F1E9581-2ED6-4694-91DE-0FC0D2487331}" dt="2021-03-11T09:57:57.831" v="488" actId="208"/>
          <ac:cxnSpMkLst>
            <pc:docMk/>
            <pc:sldMk cId="2479762655" sldId="261"/>
            <ac:cxnSpMk id="14" creationId="{AF6E1E2B-A2B5-4325-9D3C-15F1DA7D447D}"/>
          </ac:cxnSpMkLst>
        </pc:cxnChg>
        <pc:cxnChg chg="add mod">
          <ac:chgData name="gayudharshu8@gmail.com" userId="0ba75f22570f4142" providerId="LiveId" clId="{5F1E9581-2ED6-4694-91DE-0FC0D2487331}" dt="2021-03-11T10:03:00.451" v="681" actId="208"/>
          <ac:cxnSpMkLst>
            <pc:docMk/>
            <pc:sldMk cId="2479762655" sldId="261"/>
            <ac:cxnSpMk id="17" creationId="{AFDFE0A6-3952-468A-94A7-B6ABC284C9E5}"/>
          </ac:cxnSpMkLst>
        </pc:cxnChg>
        <pc:cxnChg chg="add del">
          <ac:chgData name="gayudharshu8@gmail.com" userId="0ba75f22570f4142" providerId="LiveId" clId="{5F1E9581-2ED6-4694-91DE-0FC0D2487331}" dt="2021-03-11T10:03:53.354" v="683" actId="478"/>
          <ac:cxnSpMkLst>
            <pc:docMk/>
            <pc:sldMk cId="2479762655" sldId="261"/>
            <ac:cxnSpMk id="19" creationId="{4CD5FE43-8C5A-4DA1-903D-1FF79615B251}"/>
          </ac:cxnSpMkLst>
        </pc:cxnChg>
        <pc:cxnChg chg="add del mod">
          <ac:chgData name="gayudharshu8@gmail.com" userId="0ba75f22570f4142" providerId="LiveId" clId="{5F1E9581-2ED6-4694-91DE-0FC0D2487331}" dt="2021-03-11T10:05:17.180" v="693" actId="478"/>
          <ac:cxnSpMkLst>
            <pc:docMk/>
            <pc:sldMk cId="2479762655" sldId="261"/>
            <ac:cxnSpMk id="21" creationId="{C72252AF-F82C-41E5-89B2-8A776D664CAA}"/>
          </ac:cxnSpMkLst>
        </pc:cxnChg>
        <pc:cxnChg chg="add del">
          <ac:chgData name="gayudharshu8@gmail.com" userId="0ba75f22570f4142" providerId="LiveId" clId="{5F1E9581-2ED6-4694-91DE-0FC0D2487331}" dt="2021-03-11T10:05:12.362" v="691" actId="478"/>
          <ac:cxnSpMkLst>
            <pc:docMk/>
            <pc:sldMk cId="2479762655" sldId="261"/>
            <ac:cxnSpMk id="25" creationId="{7132F480-C216-4F2F-A98A-13D057A204C7}"/>
          </ac:cxnSpMkLst>
        </pc:cxnChg>
        <pc:cxnChg chg="add mod">
          <ac:chgData name="gayudharshu8@gmail.com" userId="0ba75f22570f4142" providerId="LiveId" clId="{5F1E9581-2ED6-4694-91DE-0FC0D2487331}" dt="2021-03-11T10:12:05.236" v="753" actId="1076"/>
          <ac:cxnSpMkLst>
            <pc:docMk/>
            <pc:sldMk cId="2479762655" sldId="261"/>
            <ac:cxnSpMk id="28" creationId="{345B8ADC-14FA-420E-912B-DF296B7F2F48}"/>
          </ac:cxnSpMkLst>
        </pc:cxnChg>
        <pc:cxnChg chg="add mod">
          <ac:chgData name="gayudharshu8@gmail.com" userId="0ba75f22570f4142" providerId="LiveId" clId="{5F1E9581-2ED6-4694-91DE-0FC0D2487331}" dt="2021-03-11T10:08:11.007" v="715" actId="208"/>
          <ac:cxnSpMkLst>
            <pc:docMk/>
            <pc:sldMk cId="2479762655" sldId="261"/>
            <ac:cxnSpMk id="30" creationId="{31C56058-FAD8-4B07-8E7F-BCF02859395D}"/>
          </ac:cxnSpMkLst>
        </pc:cxnChg>
        <pc:cxnChg chg="add mod">
          <ac:chgData name="gayudharshu8@gmail.com" userId="0ba75f22570f4142" providerId="LiveId" clId="{5F1E9581-2ED6-4694-91DE-0FC0D2487331}" dt="2021-03-11T10:10:09.260" v="748" actId="1076"/>
          <ac:cxnSpMkLst>
            <pc:docMk/>
            <pc:sldMk cId="2479762655" sldId="261"/>
            <ac:cxnSpMk id="33" creationId="{B1F17AD6-9036-4653-BD0F-0F1911957311}"/>
          </ac:cxnSpMkLst>
        </pc:cxnChg>
        <pc:cxnChg chg="add mod">
          <ac:chgData name="gayudharshu8@gmail.com" userId="0ba75f22570f4142" providerId="LiveId" clId="{5F1E9581-2ED6-4694-91DE-0FC0D2487331}" dt="2021-03-11T10:10:35.786" v="751" actId="208"/>
          <ac:cxnSpMkLst>
            <pc:docMk/>
            <pc:sldMk cId="2479762655" sldId="261"/>
            <ac:cxnSpMk id="35" creationId="{C81457F9-4861-4701-AA65-6D5760F8587A}"/>
          </ac:cxnSpMkLst>
        </pc:cxnChg>
        <pc:cxnChg chg="add mod">
          <ac:chgData name="gayudharshu8@gmail.com" userId="0ba75f22570f4142" providerId="LiveId" clId="{5F1E9581-2ED6-4694-91DE-0FC0D2487331}" dt="2021-03-11T10:10:41.661" v="752" actId="208"/>
          <ac:cxnSpMkLst>
            <pc:docMk/>
            <pc:sldMk cId="2479762655" sldId="261"/>
            <ac:cxnSpMk id="37" creationId="{8393E4C9-6765-44B6-ACC3-1C1988AAF450}"/>
          </ac:cxnSpMkLst>
        </pc:cxnChg>
        <pc:cxnChg chg="add mod">
          <ac:chgData name="gayudharshu8@gmail.com" userId="0ba75f22570f4142" providerId="LiveId" clId="{5F1E9581-2ED6-4694-91DE-0FC0D2487331}" dt="2021-03-11T10:12:56.040" v="760" actId="208"/>
          <ac:cxnSpMkLst>
            <pc:docMk/>
            <pc:sldMk cId="2479762655" sldId="261"/>
            <ac:cxnSpMk id="39" creationId="{6687AE14-1E03-44F7-A15D-4D340DCAD251}"/>
          </ac:cxnSpMkLst>
        </pc:cxnChg>
        <pc:cxnChg chg="add mod">
          <ac:chgData name="gayudharshu8@gmail.com" userId="0ba75f22570f4142" providerId="LiveId" clId="{5F1E9581-2ED6-4694-91DE-0FC0D2487331}" dt="2021-03-11T10:13:34.026" v="763" actId="208"/>
          <ac:cxnSpMkLst>
            <pc:docMk/>
            <pc:sldMk cId="2479762655" sldId="261"/>
            <ac:cxnSpMk id="45" creationId="{53343FF3-2CE4-4CAE-9654-671CBBD611F1}"/>
          </ac:cxnSpMkLst>
        </pc:cxnChg>
        <pc:cxnChg chg="add del mod">
          <ac:chgData name="gayudharshu8@gmail.com" userId="0ba75f22570f4142" providerId="LiveId" clId="{5F1E9581-2ED6-4694-91DE-0FC0D2487331}" dt="2021-03-11T10:14:07.011" v="766" actId="478"/>
          <ac:cxnSpMkLst>
            <pc:docMk/>
            <pc:sldMk cId="2479762655" sldId="261"/>
            <ac:cxnSpMk id="48" creationId="{81126D83-6F63-4A53-BE38-2F774DF6436E}"/>
          </ac:cxnSpMkLst>
        </pc:cxnChg>
        <pc:cxnChg chg="add mod">
          <ac:chgData name="gayudharshu8@gmail.com" userId="0ba75f22570f4142" providerId="LiveId" clId="{5F1E9581-2ED6-4694-91DE-0FC0D2487331}" dt="2021-03-11T10:14:22.606" v="768" actId="208"/>
          <ac:cxnSpMkLst>
            <pc:docMk/>
            <pc:sldMk cId="2479762655" sldId="261"/>
            <ac:cxnSpMk id="50" creationId="{DBF4B079-F53E-4017-A2CC-3C17C398D0EB}"/>
          </ac:cxnSpMkLst>
        </pc:cxnChg>
        <pc:cxnChg chg="add mod">
          <ac:chgData name="gayudharshu8@gmail.com" userId="0ba75f22570f4142" providerId="LiveId" clId="{5F1E9581-2ED6-4694-91DE-0FC0D2487331}" dt="2021-03-11T10:20:50.544" v="906" actId="208"/>
          <ac:cxnSpMkLst>
            <pc:docMk/>
            <pc:sldMk cId="2479762655" sldId="261"/>
            <ac:cxnSpMk id="55" creationId="{A94866B6-0BB0-46B3-8BF9-454C7CD5B0F3}"/>
          </ac:cxnSpMkLst>
        </pc:cxnChg>
      </pc:sldChg>
      <pc:sldChg chg="new del">
        <pc:chgData name="gayudharshu8@gmail.com" userId="0ba75f22570f4142" providerId="LiveId" clId="{5F1E9581-2ED6-4694-91DE-0FC0D2487331}" dt="2021-03-11T09:47:25.968" v="362" actId="2696"/>
        <pc:sldMkLst>
          <pc:docMk/>
          <pc:sldMk cId="3693153344" sldId="261"/>
        </pc:sldMkLst>
      </pc:sldChg>
      <pc:sldChg chg="addSp modSp new del mod ord">
        <pc:chgData name="gayudharshu8@gmail.com" userId="0ba75f22570f4142" providerId="LiveId" clId="{5F1E9581-2ED6-4694-91DE-0FC0D2487331}" dt="2021-03-18T15:59:06.616" v="2136" actId="2696"/>
        <pc:sldMkLst>
          <pc:docMk/>
          <pc:sldMk cId="2984997994" sldId="262"/>
        </pc:sldMkLst>
        <pc:picChg chg="add mod">
          <ac:chgData name="gayudharshu8@gmail.com" userId="0ba75f22570f4142" providerId="LiveId" clId="{5F1E9581-2ED6-4694-91DE-0FC0D2487331}" dt="2021-03-16T15:26:05.844" v="1007" actId="14100"/>
          <ac:picMkLst>
            <pc:docMk/>
            <pc:sldMk cId="2984997994" sldId="262"/>
            <ac:picMk id="2" creationId="{2A02BC61-557A-400C-8F36-398AFC0967C6}"/>
          </ac:picMkLst>
        </pc:picChg>
      </pc:sldChg>
      <pc:sldChg chg="modSp new mod">
        <pc:chgData name="gayudharshu8@gmail.com" userId="0ba75f22570f4142" providerId="LiveId" clId="{5F1E9581-2ED6-4694-91DE-0FC0D2487331}" dt="2021-03-16T15:38:36.549" v="1161" actId="1076"/>
        <pc:sldMkLst>
          <pc:docMk/>
          <pc:sldMk cId="81282039" sldId="263"/>
        </pc:sldMkLst>
        <pc:spChg chg="mod">
          <ac:chgData name="gayudharshu8@gmail.com" userId="0ba75f22570f4142" providerId="LiveId" clId="{5F1E9581-2ED6-4694-91DE-0FC0D2487331}" dt="2021-03-16T15:38:20.914" v="1159" actId="20577"/>
          <ac:spMkLst>
            <pc:docMk/>
            <pc:sldMk cId="81282039" sldId="263"/>
            <ac:spMk id="2" creationId="{9D1A8DCE-743D-480A-BFF7-99A70002996D}"/>
          </ac:spMkLst>
        </pc:spChg>
        <pc:spChg chg="mod">
          <ac:chgData name="gayudharshu8@gmail.com" userId="0ba75f22570f4142" providerId="LiveId" clId="{5F1E9581-2ED6-4694-91DE-0FC0D2487331}" dt="2021-03-16T15:38:36.549" v="1161" actId="1076"/>
          <ac:spMkLst>
            <pc:docMk/>
            <pc:sldMk cId="81282039" sldId="263"/>
            <ac:spMk id="3" creationId="{69642DA5-3D35-4181-BFFA-C5036D1D8E36}"/>
          </ac:spMkLst>
        </pc:spChg>
      </pc:sldChg>
      <pc:sldChg chg="new del">
        <pc:chgData name="gayudharshu8@gmail.com" userId="0ba75f22570f4142" providerId="LiveId" clId="{5F1E9581-2ED6-4694-91DE-0FC0D2487331}" dt="2021-03-16T15:29:29.040" v="1016" actId="2696"/>
        <pc:sldMkLst>
          <pc:docMk/>
          <pc:sldMk cId="835903196" sldId="263"/>
        </pc:sldMkLst>
      </pc:sldChg>
      <pc:sldChg chg="new del">
        <pc:chgData name="gayudharshu8@gmail.com" userId="0ba75f22570f4142" providerId="LiveId" clId="{5F1E9581-2ED6-4694-91DE-0FC0D2487331}" dt="2021-03-16T15:29:11.273" v="1011" actId="2696"/>
        <pc:sldMkLst>
          <pc:docMk/>
          <pc:sldMk cId="3031014901" sldId="263"/>
        </pc:sldMkLst>
      </pc:sldChg>
      <pc:sldChg chg="new del">
        <pc:chgData name="gayudharshu8@gmail.com" userId="0ba75f22570f4142" providerId="LiveId" clId="{5F1E9581-2ED6-4694-91DE-0FC0D2487331}" dt="2021-03-16T15:29:20.909" v="1013" actId="2696"/>
        <pc:sldMkLst>
          <pc:docMk/>
          <pc:sldMk cId="3321150757" sldId="263"/>
        </pc:sldMkLst>
      </pc:sldChg>
      <pc:sldChg chg="add del">
        <pc:chgData name="gayudharshu8@gmail.com" userId="0ba75f22570f4142" providerId="LiveId" clId="{5F1E9581-2ED6-4694-91DE-0FC0D2487331}" dt="2021-03-16T15:29:54.407" v="1020" actId="2696"/>
        <pc:sldMkLst>
          <pc:docMk/>
          <pc:sldMk cId="3347371207" sldId="264"/>
        </pc:sldMkLst>
      </pc:sldChg>
      <pc:sldChg chg="new del">
        <pc:chgData name="gayudharshu8@gmail.com" userId="0ba75f22570f4142" providerId="LiveId" clId="{5F1E9581-2ED6-4694-91DE-0FC0D2487331}" dt="2021-03-16T16:21:19.575" v="1554" actId="2696"/>
        <pc:sldMkLst>
          <pc:docMk/>
          <pc:sldMk cId="3362478442" sldId="264"/>
        </pc:sldMkLst>
      </pc:sldChg>
      <pc:sldChg chg="modSp new mod">
        <pc:chgData name="gayudharshu8@gmail.com" userId="0ba75f22570f4142" providerId="LiveId" clId="{5F1E9581-2ED6-4694-91DE-0FC0D2487331}" dt="2021-03-18T16:18:26.424" v="2563" actId="5793"/>
        <pc:sldMkLst>
          <pc:docMk/>
          <pc:sldMk cId="4193009786" sldId="264"/>
        </pc:sldMkLst>
        <pc:spChg chg="mod">
          <ac:chgData name="gayudharshu8@gmail.com" userId="0ba75f22570f4142" providerId="LiveId" clId="{5F1E9581-2ED6-4694-91DE-0FC0D2487331}" dt="2021-03-16T16:27:24.518" v="1877" actId="20577"/>
          <ac:spMkLst>
            <pc:docMk/>
            <pc:sldMk cId="4193009786" sldId="264"/>
            <ac:spMk id="2" creationId="{AB1700F7-07FB-43FE-9B09-ED1A0EB4B6D9}"/>
          </ac:spMkLst>
        </pc:spChg>
        <pc:spChg chg="mod">
          <ac:chgData name="gayudharshu8@gmail.com" userId="0ba75f22570f4142" providerId="LiveId" clId="{5F1E9581-2ED6-4694-91DE-0FC0D2487331}" dt="2021-03-18T16:18:26.424" v="2563" actId="5793"/>
          <ac:spMkLst>
            <pc:docMk/>
            <pc:sldMk cId="4193009786" sldId="264"/>
            <ac:spMk id="3" creationId="{332EFC52-18C4-4364-B116-4193348C393C}"/>
          </ac:spMkLst>
        </pc:spChg>
      </pc:sldChg>
      <pc:sldChg chg="new del">
        <pc:chgData name="gayudharshu8@gmail.com" userId="0ba75f22570f4142" providerId="LiveId" clId="{5F1E9581-2ED6-4694-91DE-0FC0D2487331}" dt="2021-03-16T15:29:31.691" v="1017" actId="2696"/>
        <pc:sldMkLst>
          <pc:docMk/>
          <pc:sldMk cId="4283551410" sldId="264"/>
        </pc:sldMkLst>
      </pc:sldChg>
      <pc:sldChg chg="modSp new mod">
        <pc:chgData name="gayudharshu8@gmail.com" userId="0ba75f22570f4142" providerId="LiveId" clId="{5F1E9581-2ED6-4694-91DE-0FC0D2487331}" dt="2021-03-18T16:19:25.613" v="2576" actId="20577"/>
        <pc:sldMkLst>
          <pc:docMk/>
          <pc:sldMk cId="2443425528" sldId="265"/>
        </pc:sldMkLst>
        <pc:spChg chg="mod">
          <ac:chgData name="gayudharshu8@gmail.com" userId="0ba75f22570f4142" providerId="LiveId" clId="{5F1E9581-2ED6-4694-91DE-0FC0D2487331}" dt="2021-03-16T16:31:09.984" v="1918" actId="115"/>
          <ac:spMkLst>
            <pc:docMk/>
            <pc:sldMk cId="2443425528" sldId="265"/>
            <ac:spMk id="2" creationId="{2073CAD8-81D0-4A68-A89C-4FD2F0B4968F}"/>
          </ac:spMkLst>
        </pc:spChg>
        <pc:spChg chg="mod">
          <ac:chgData name="gayudharshu8@gmail.com" userId="0ba75f22570f4142" providerId="LiveId" clId="{5F1E9581-2ED6-4694-91DE-0FC0D2487331}" dt="2021-03-18T16:19:25.613" v="2576" actId="20577"/>
          <ac:spMkLst>
            <pc:docMk/>
            <pc:sldMk cId="2443425528" sldId="265"/>
            <ac:spMk id="3" creationId="{51ACE86F-688B-41B4-9FE1-753B2C792829}"/>
          </ac:spMkLst>
        </pc:spChg>
      </pc:sldChg>
      <pc:sldChg chg="modSp new mod ord">
        <pc:chgData name="gayudharshu8@gmail.com" userId="0ba75f22570f4142" providerId="LiveId" clId="{5F1E9581-2ED6-4694-91DE-0FC0D2487331}" dt="2021-03-18T16:49:01.079" v="3331"/>
        <pc:sldMkLst>
          <pc:docMk/>
          <pc:sldMk cId="508607515" sldId="266"/>
        </pc:sldMkLst>
        <pc:spChg chg="mod">
          <ac:chgData name="gayudharshu8@gmail.com" userId="0ba75f22570f4142" providerId="LiveId" clId="{5F1E9581-2ED6-4694-91DE-0FC0D2487331}" dt="2021-03-16T16:58:30.989" v="2111" actId="115"/>
          <ac:spMkLst>
            <pc:docMk/>
            <pc:sldMk cId="508607515" sldId="266"/>
            <ac:spMk id="2" creationId="{5B8A1181-B291-4AC3-AA66-91A82CD11A82}"/>
          </ac:spMkLst>
        </pc:spChg>
        <pc:spChg chg="mod">
          <ac:chgData name="gayudharshu8@gmail.com" userId="0ba75f22570f4142" providerId="LiveId" clId="{5F1E9581-2ED6-4694-91DE-0FC0D2487331}" dt="2021-03-18T16:22:04.791" v="2604" actId="5793"/>
          <ac:spMkLst>
            <pc:docMk/>
            <pc:sldMk cId="508607515" sldId="266"/>
            <ac:spMk id="3" creationId="{0E8CE0C3-9C36-485F-A3B2-A4FD8D6BFB68}"/>
          </ac:spMkLst>
        </pc:spChg>
      </pc:sldChg>
      <pc:sldChg chg="addSp modSp new mod ord">
        <pc:chgData name="gayudharshu8@gmail.com" userId="0ba75f22570f4142" providerId="LiveId" clId="{5F1E9581-2ED6-4694-91DE-0FC0D2487331}" dt="2021-03-19T00:58:10.728" v="3650" actId="313"/>
        <pc:sldMkLst>
          <pc:docMk/>
          <pc:sldMk cId="4050539689" sldId="267"/>
        </pc:sldMkLst>
        <pc:spChg chg="mod">
          <ac:chgData name="gayudharshu8@gmail.com" userId="0ba75f22570f4142" providerId="LiveId" clId="{5F1E9581-2ED6-4694-91DE-0FC0D2487331}" dt="2021-03-18T16:46:29.818" v="3310" actId="20577"/>
          <ac:spMkLst>
            <pc:docMk/>
            <pc:sldMk cId="4050539689" sldId="267"/>
            <ac:spMk id="2" creationId="{E20EA421-DB6F-4012-B0B7-2DD758162E11}"/>
          </ac:spMkLst>
        </pc:spChg>
        <pc:spChg chg="mod">
          <ac:chgData name="gayudharshu8@gmail.com" userId="0ba75f22570f4142" providerId="LiveId" clId="{5F1E9581-2ED6-4694-91DE-0FC0D2487331}" dt="2021-03-19T00:58:10.728" v="3650" actId="313"/>
          <ac:spMkLst>
            <pc:docMk/>
            <pc:sldMk cId="4050539689" sldId="267"/>
            <ac:spMk id="3" creationId="{14EC0672-6D71-4F76-851A-98F60C1C6315}"/>
          </ac:spMkLst>
        </pc:spChg>
        <pc:spChg chg="add mod">
          <ac:chgData name="gayudharshu8@gmail.com" userId="0ba75f22570f4142" providerId="LiveId" clId="{5F1E9581-2ED6-4694-91DE-0FC0D2487331}" dt="2021-03-16T16:50:13.640" v="2033" actId="1076"/>
          <ac:spMkLst>
            <pc:docMk/>
            <pc:sldMk cId="4050539689" sldId="267"/>
            <ac:spMk id="5" creationId="{251E3700-3978-4E2D-A67E-6981C8B11FCE}"/>
          </ac:spMkLst>
        </pc:spChg>
      </pc:sldChg>
      <pc:sldChg chg="modSp new del mod">
        <pc:chgData name="gayudharshu8@gmail.com" userId="0ba75f22570f4142" providerId="LiveId" clId="{5F1E9581-2ED6-4694-91DE-0FC0D2487331}" dt="2021-03-16T16:53:21.771" v="2076" actId="2696"/>
        <pc:sldMkLst>
          <pc:docMk/>
          <pc:sldMk cId="2134195225" sldId="268"/>
        </pc:sldMkLst>
        <pc:spChg chg="mod">
          <ac:chgData name="gayudharshu8@gmail.com" userId="0ba75f22570f4142" providerId="LiveId" clId="{5F1E9581-2ED6-4694-91DE-0FC0D2487331}" dt="2021-03-16T16:52:55.062" v="2074" actId="688"/>
          <ac:spMkLst>
            <pc:docMk/>
            <pc:sldMk cId="2134195225" sldId="268"/>
            <ac:spMk id="2" creationId="{4881660A-C310-44E4-B433-EC1AB2252454}"/>
          </ac:spMkLst>
        </pc:spChg>
        <pc:spChg chg="mod">
          <ac:chgData name="gayudharshu8@gmail.com" userId="0ba75f22570f4142" providerId="LiveId" clId="{5F1E9581-2ED6-4694-91DE-0FC0D2487331}" dt="2021-03-16T16:53:15.476" v="2075" actId="20577"/>
          <ac:spMkLst>
            <pc:docMk/>
            <pc:sldMk cId="2134195225" sldId="268"/>
            <ac:spMk id="3" creationId="{769E3A96-EEBD-4738-BE2E-339FEA497878}"/>
          </ac:spMkLst>
        </pc:spChg>
      </pc:sldChg>
      <pc:sldChg chg="new del">
        <pc:chgData name="gayudharshu8@gmail.com" userId="0ba75f22570f4142" providerId="LiveId" clId="{5F1E9581-2ED6-4694-91DE-0FC0D2487331}" dt="2021-03-16T16:53:48.829" v="2079" actId="2696"/>
        <pc:sldMkLst>
          <pc:docMk/>
          <pc:sldMk cId="2450039996" sldId="268"/>
        </pc:sldMkLst>
      </pc:sldChg>
      <pc:sldChg chg="add del">
        <pc:chgData name="gayudharshu8@gmail.com" userId="0ba75f22570f4142" providerId="LiveId" clId="{5F1E9581-2ED6-4694-91DE-0FC0D2487331}" dt="2021-03-16T16:54:02.813" v="2082" actId="2696"/>
        <pc:sldMkLst>
          <pc:docMk/>
          <pc:sldMk cId="4265062713" sldId="268"/>
        </pc:sldMkLst>
      </pc:sldChg>
      <pc:sldChg chg="modSp new del mod">
        <pc:chgData name="gayudharshu8@gmail.com" userId="0ba75f22570f4142" providerId="LiveId" clId="{5F1E9581-2ED6-4694-91DE-0FC0D2487331}" dt="2021-03-18T16:48:15.267" v="3327" actId="2696"/>
        <pc:sldMkLst>
          <pc:docMk/>
          <pc:sldMk cId="2692063653" sldId="269"/>
        </pc:sldMkLst>
        <pc:spChg chg="mod">
          <ac:chgData name="gayudharshu8@gmail.com" userId="0ba75f22570f4142" providerId="LiveId" clId="{5F1E9581-2ED6-4694-91DE-0FC0D2487331}" dt="2021-03-16T16:58:42.097" v="2113" actId="115"/>
          <ac:spMkLst>
            <pc:docMk/>
            <pc:sldMk cId="2692063653" sldId="269"/>
            <ac:spMk id="2" creationId="{ED2D562B-FAEC-4C48-90F9-928A8A54B427}"/>
          </ac:spMkLst>
        </pc:spChg>
        <pc:spChg chg="mod">
          <ac:chgData name="gayudharshu8@gmail.com" userId="0ba75f22570f4142" providerId="LiveId" clId="{5F1E9581-2ED6-4694-91DE-0FC0D2487331}" dt="2021-03-16T16:55:22.210" v="2088" actId="20577"/>
          <ac:spMkLst>
            <pc:docMk/>
            <pc:sldMk cId="2692063653" sldId="269"/>
            <ac:spMk id="3" creationId="{F17E0FA9-CCD1-4627-A4E1-881CE066A781}"/>
          </ac:spMkLst>
        </pc:spChg>
      </pc:sldChg>
      <pc:sldChg chg="new del">
        <pc:chgData name="gayudharshu8@gmail.com" userId="0ba75f22570f4142" providerId="LiveId" clId="{5F1E9581-2ED6-4694-91DE-0FC0D2487331}" dt="2021-03-16T16:56:37.443" v="2108" actId="2696"/>
        <pc:sldMkLst>
          <pc:docMk/>
          <pc:sldMk cId="1275671799" sldId="270"/>
        </pc:sldMkLst>
      </pc:sldChg>
      <pc:sldChg chg="modSp new mod ord">
        <pc:chgData name="gayudharshu8@gmail.com" userId="0ba75f22570f4142" providerId="LiveId" clId="{5F1E9581-2ED6-4694-91DE-0FC0D2487331}" dt="2021-03-16T17:00:14.883" v="2135"/>
        <pc:sldMkLst>
          <pc:docMk/>
          <pc:sldMk cId="2558130838" sldId="270"/>
        </pc:sldMkLst>
        <pc:spChg chg="mod">
          <ac:chgData name="gayudharshu8@gmail.com" userId="0ba75f22570f4142" providerId="LiveId" clId="{5F1E9581-2ED6-4694-91DE-0FC0D2487331}" dt="2021-03-16T16:59:56.025" v="2132" actId="113"/>
          <ac:spMkLst>
            <pc:docMk/>
            <pc:sldMk cId="2558130838" sldId="270"/>
            <ac:spMk id="2" creationId="{DE540F4E-E677-4EF2-A4DF-A46D6D73C694}"/>
          </ac:spMkLst>
        </pc:spChg>
        <pc:spChg chg="mod">
          <ac:chgData name="gayudharshu8@gmail.com" userId="0ba75f22570f4142" providerId="LiveId" clId="{5F1E9581-2ED6-4694-91DE-0FC0D2487331}" dt="2021-03-16T17:00:01.637" v="2133" actId="113"/>
          <ac:spMkLst>
            <pc:docMk/>
            <pc:sldMk cId="2558130838" sldId="270"/>
            <ac:spMk id="3" creationId="{37CE6CA8-50AB-4D80-A6A2-B5282F5F62A1}"/>
          </ac:spMkLst>
        </pc:spChg>
      </pc:sldChg>
      <pc:sldChg chg="new del">
        <pc:chgData name="gayudharshu8@gmail.com" userId="0ba75f22570f4142" providerId="LiveId" clId="{5F1E9581-2ED6-4694-91DE-0FC0D2487331}" dt="2021-03-16T16:56:40.374" v="2109" actId="2696"/>
        <pc:sldMkLst>
          <pc:docMk/>
          <pc:sldMk cId="495402908" sldId="271"/>
        </pc:sldMkLst>
      </pc:sldChg>
      <pc:sldChg chg="modSp new mod">
        <pc:chgData name="gayudharshu8@gmail.com" userId="0ba75f22570f4142" providerId="LiveId" clId="{5F1E9581-2ED6-4694-91DE-0FC0D2487331}" dt="2021-03-18T16:13:05.325" v="2496" actId="255"/>
        <pc:sldMkLst>
          <pc:docMk/>
          <pc:sldMk cId="3518727318" sldId="271"/>
        </pc:sldMkLst>
        <pc:spChg chg="mod">
          <ac:chgData name="gayudharshu8@gmail.com" userId="0ba75f22570f4142" providerId="LiveId" clId="{5F1E9581-2ED6-4694-91DE-0FC0D2487331}" dt="2021-03-18T16:09:21.927" v="2175" actId="20577"/>
          <ac:spMkLst>
            <pc:docMk/>
            <pc:sldMk cId="3518727318" sldId="271"/>
            <ac:spMk id="2" creationId="{9DDBDB04-649E-4C7F-93E1-104E0CD639C5}"/>
          </ac:spMkLst>
        </pc:spChg>
        <pc:spChg chg="mod">
          <ac:chgData name="gayudharshu8@gmail.com" userId="0ba75f22570f4142" providerId="LiveId" clId="{5F1E9581-2ED6-4694-91DE-0FC0D2487331}" dt="2021-03-18T16:13:05.325" v="2496" actId="255"/>
          <ac:spMkLst>
            <pc:docMk/>
            <pc:sldMk cId="3518727318" sldId="271"/>
            <ac:spMk id="3" creationId="{F45DCB5C-3005-4A40-80A8-42E623A94732}"/>
          </ac:spMkLst>
        </pc:spChg>
      </pc:sldChg>
      <pc:sldChg chg="modSp new mod">
        <pc:chgData name="gayudharshu8@gmail.com" userId="0ba75f22570f4142" providerId="LiveId" clId="{5F1E9581-2ED6-4694-91DE-0FC0D2487331}" dt="2021-03-18T16:34:45.448" v="2950" actId="27636"/>
        <pc:sldMkLst>
          <pc:docMk/>
          <pc:sldMk cId="3798345822" sldId="272"/>
        </pc:sldMkLst>
        <pc:spChg chg="mod">
          <ac:chgData name="gayudharshu8@gmail.com" userId="0ba75f22570f4142" providerId="LiveId" clId="{5F1E9581-2ED6-4694-91DE-0FC0D2487331}" dt="2021-03-18T16:24:31.114" v="2642" actId="115"/>
          <ac:spMkLst>
            <pc:docMk/>
            <pc:sldMk cId="3798345822" sldId="272"/>
            <ac:spMk id="2" creationId="{A8D486A6-1C42-494A-9F96-B9E674E619F2}"/>
          </ac:spMkLst>
        </pc:spChg>
        <pc:spChg chg="mod">
          <ac:chgData name="gayudharshu8@gmail.com" userId="0ba75f22570f4142" providerId="LiveId" clId="{5F1E9581-2ED6-4694-91DE-0FC0D2487331}" dt="2021-03-18T16:34:45.448" v="2950" actId="27636"/>
          <ac:spMkLst>
            <pc:docMk/>
            <pc:sldMk cId="3798345822" sldId="272"/>
            <ac:spMk id="3" creationId="{0481CA8D-4BDB-4769-9B26-C9BC758DDE31}"/>
          </ac:spMkLst>
        </pc:spChg>
      </pc:sldChg>
      <pc:sldChg chg="modSp new mod">
        <pc:chgData name="gayudharshu8@gmail.com" userId="0ba75f22570f4142" providerId="LiveId" clId="{5F1E9581-2ED6-4694-91DE-0FC0D2487331}" dt="2021-03-19T00:56:47.512" v="3648" actId="255"/>
        <pc:sldMkLst>
          <pc:docMk/>
          <pc:sldMk cId="1076720449" sldId="273"/>
        </pc:sldMkLst>
        <pc:spChg chg="mod">
          <ac:chgData name="gayudharshu8@gmail.com" userId="0ba75f22570f4142" providerId="LiveId" clId="{5F1E9581-2ED6-4694-91DE-0FC0D2487331}" dt="2021-03-18T16:39:33.957" v="2995" actId="255"/>
          <ac:spMkLst>
            <pc:docMk/>
            <pc:sldMk cId="1076720449" sldId="273"/>
            <ac:spMk id="2" creationId="{4A31B51E-10C9-47CB-966B-B30AB6E912C7}"/>
          </ac:spMkLst>
        </pc:spChg>
        <pc:spChg chg="mod">
          <ac:chgData name="gayudharshu8@gmail.com" userId="0ba75f22570f4142" providerId="LiveId" clId="{5F1E9581-2ED6-4694-91DE-0FC0D2487331}" dt="2021-03-19T00:56:47.512" v="3648" actId="255"/>
          <ac:spMkLst>
            <pc:docMk/>
            <pc:sldMk cId="1076720449" sldId="273"/>
            <ac:spMk id="3" creationId="{875AA34A-8A21-464A-AAF5-CC77B2EE7DC4}"/>
          </ac:spMkLst>
        </pc:spChg>
      </pc:sldChg>
      <pc:sldChg chg="addSp delSp modSp new mod">
        <pc:chgData name="gayudharshu8@gmail.com" userId="0ba75f22570f4142" providerId="LiveId" clId="{5F1E9581-2ED6-4694-91DE-0FC0D2487331}" dt="2021-03-19T00:54:54.746" v="3635" actId="115"/>
        <pc:sldMkLst>
          <pc:docMk/>
          <pc:sldMk cId="3545125884" sldId="274"/>
        </pc:sldMkLst>
        <pc:spChg chg="mod">
          <ac:chgData name="gayudharshu8@gmail.com" userId="0ba75f22570f4142" providerId="LiveId" clId="{5F1E9581-2ED6-4694-91DE-0FC0D2487331}" dt="2021-03-19T00:54:51.153" v="3634" actId="115"/>
          <ac:spMkLst>
            <pc:docMk/>
            <pc:sldMk cId="3545125884" sldId="274"/>
            <ac:spMk id="2" creationId="{17C2A1B2-47DC-4B0D-B51F-6D71549ABCB1}"/>
          </ac:spMkLst>
        </pc:spChg>
        <pc:spChg chg="mod">
          <ac:chgData name="gayudharshu8@gmail.com" userId="0ba75f22570f4142" providerId="LiveId" clId="{5F1E9581-2ED6-4694-91DE-0FC0D2487331}" dt="2021-03-19T00:54:54.746" v="3635" actId="115"/>
          <ac:spMkLst>
            <pc:docMk/>
            <pc:sldMk cId="3545125884" sldId="274"/>
            <ac:spMk id="3" creationId="{DFB1D72F-AAD0-46B5-93B0-FAA0F77BC82B}"/>
          </ac:spMkLst>
        </pc:spChg>
        <pc:spChg chg="add del mod">
          <ac:chgData name="gayudharshu8@gmail.com" userId="0ba75f22570f4142" providerId="LiveId" clId="{5F1E9581-2ED6-4694-91DE-0FC0D2487331}" dt="2021-03-19T00:38:34.881" v="3387" actId="21"/>
          <ac:spMkLst>
            <pc:docMk/>
            <pc:sldMk cId="3545125884" sldId="274"/>
            <ac:spMk id="5" creationId="{7AAFDE8D-6CB9-4F4F-8CE6-78229F3F0BC4}"/>
          </ac:spMkLst>
        </pc:spChg>
        <pc:spChg chg="add mod">
          <ac:chgData name="gayudharshu8@gmail.com" userId="0ba75f22570f4142" providerId="LiveId" clId="{5F1E9581-2ED6-4694-91DE-0FC0D2487331}" dt="2021-03-19T00:39:17.837" v="3407" actId="20577"/>
          <ac:spMkLst>
            <pc:docMk/>
            <pc:sldMk cId="3545125884" sldId="274"/>
            <ac:spMk id="6" creationId="{25C5F11C-F531-46F6-BA0E-3EA814ED8A5D}"/>
          </ac:spMkLst>
        </pc:spChg>
        <pc:spChg chg="add mod">
          <ac:chgData name="gayudharshu8@gmail.com" userId="0ba75f22570f4142" providerId="LiveId" clId="{5F1E9581-2ED6-4694-91DE-0FC0D2487331}" dt="2021-03-19T00:41:25.620" v="3444" actId="1076"/>
          <ac:spMkLst>
            <pc:docMk/>
            <pc:sldMk cId="3545125884" sldId="274"/>
            <ac:spMk id="9" creationId="{39631AD7-8A73-44DC-8F8F-FAB90FFE79DC}"/>
          </ac:spMkLst>
        </pc:spChg>
        <pc:spChg chg="add mod">
          <ac:chgData name="gayudharshu8@gmail.com" userId="0ba75f22570f4142" providerId="LiveId" clId="{5F1E9581-2ED6-4694-91DE-0FC0D2487331}" dt="2021-03-19T00:43:22.605" v="3479" actId="14100"/>
          <ac:spMkLst>
            <pc:docMk/>
            <pc:sldMk cId="3545125884" sldId="274"/>
            <ac:spMk id="13" creationId="{3B0C78B9-BF90-4C2F-884E-68ABB2B08470}"/>
          </ac:spMkLst>
        </pc:spChg>
        <pc:spChg chg="add mod">
          <ac:chgData name="gayudharshu8@gmail.com" userId="0ba75f22570f4142" providerId="LiveId" clId="{5F1E9581-2ED6-4694-91DE-0FC0D2487331}" dt="2021-03-19T00:47:07.081" v="3514" actId="20577"/>
          <ac:spMkLst>
            <pc:docMk/>
            <pc:sldMk cId="3545125884" sldId="274"/>
            <ac:spMk id="27" creationId="{62935F55-5468-432B-91BB-3046AE19F4BF}"/>
          </ac:spMkLst>
        </pc:spChg>
        <pc:spChg chg="add mod">
          <ac:chgData name="gayudharshu8@gmail.com" userId="0ba75f22570f4142" providerId="LiveId" clId="{5F1E9581-2ED6-4694-91DE-0FC0D2487331}" dt="2021-03-19T00:48:41.946" v="3547" actId="14100"/>
          <ac:spMkLst>
            <pc:docMk/>
            <pc:sldMk cId="3545125884" sldId="274"/>
            <ac:spMk id="28" creationId="{5064E55F-2851-4B62-B606-02745D4B6555}"/>
          </ac:spMkLst>
        </pc:spChg>
        <pc:spChg chg="add mod">
          <ac:chgData name="gayudharshu8@gmail.com" userId="0ba75f22570f4142" providerId="LiveId" clId="{5F1E9581-2ED6-4694-91DE-0FC0D2487331}" dt="2021-03-19T00:53:36.932" v="3617" actId="1076"/>
          <ac:spMkLst>
            <pc:docMk/>
            <pc:sldMk cId="3545125884" sldId="274"/>
            <ac:spMk id="29" creationId="{821AC4C6-575C-44A1-A2D1-20590F3040FA}"/>
          </ac:spMkLst>
        </pc:spChg>
        <pc:spChg chg="add mod">
          <ac:chgData name="gayudharshu8@gmail.com" userId="0ba75f22570f4142" providerId="LiveId" clId="{5F1E9581-2ED6-4694-91DE-0FC0D2487331}" dt="2021-03-19T00:53:10.089" v="3615" actId="1076"/>
          <ac:spMkLst>
            <pc:docMk/>
            <pc:sldMk cId="3545125884" sldId="274"/>
            <ac:spMk id="30" creationId="{14D996FF-C30C-4CD2-B2B7-68D6CDD5CDE5}"/>
          </ac:spMkLst>
        </pc:spChg>
        <pc:picChg chg="add del mod">
          <ac:chgData name="gayudharshu8@gmail.com" userId="0ba75f22570f4142" providerId="LiveId" clId="{5F1E9581-2ED6-4694-91DE-0FC0D2487331}" dt="2021-03-19T00:35:34.761" v="3354" actId="21"/>
          <ac:picMkLst>
            <pc:docMk/>
            <pc:sldMk cId="3545125884" sldId="274"/>
            <ac:picMk id="4" creationId="{954A412B-AD60-454B-807F-84E42DD468AF}"/>
          </ac:picMkLst>
        </pc:picChg>
        <pc:cxnChg chg="add mod">
          <ac:chgData name="gayudharshu8@gmail.com" userId="0ba75f22570f4142" providerId="LiveId" clId="{5F1E9581-2ED6-4694-91DE-0FC0D2487331}" dt="2021-03-19T00:41:15.917" v="3442" actId="14100"/>
          <ac:cxnSpMkLst>
            <pc:docMk/>
            <pc:sldMk cId="3545125884" sldId="274"/>
            <ac:cxnSpMk id="8" creationId="{9A23DBE1-9E54-4D88-B04A-17D599423593}"/>
          </ac:cxnSpMkLst>
        </pc:cxnChg>
        <pc:cxnChg chg="add mod">
          <ac:chgData name="gayudharshu8@gmail.com" userId="0ba75f22570f4142" providerId="LiveId" clId="{5F1E9581-2ED6-4694-91DE-0FC0D2487331}" dt="2021-03-19T00:41:46.965" v="3446" actId="13822"/>
          <ac:cxnSpMkLst>
            <pc:docMk/>
            <pc:sldMk cId="3545125884" sldId="274"/>
            <ac:cxnSpMk id="12" creationId="{EFC30096-4271-4299-A08B-81E66101213A}"/>
          </ac:cxnSpMkLst>
        </pc:cxnChg>
        <pc:cxnChg chg="add mod">
          <ac:chgData name="gayudharshu8@gmail.com" userId="0ba75f22570f4142" providerId="LiveId" clId="{5F1E9581-2ED6-4694-91DE-0FC0D2487331}" dt="2021-03-19T00:43:39.021" v="3481" actId="13822"/>
          <ac:cxnSpMkLst>
            <pc:docMk/>
            <pc:sldMk cId="3545125884" sldId="274"/>
            <ac:cxnSpMk id="15" creationId="{85442B27-611B-485F-94AE-320AAC54CD3F}"/>
          </ac:cxnSpMkLst>
        </pc:cxnChg>
        <pc:cxnChg chg="add mod">
          <ac:chgData name="gayudharshu8@gmail.com" userId="0ba75f22570f4142" providerId="LiveId" clId="{5F1E9581-2ED6-4694-91DE-0FC0D2487331}" dt="2021-03-19T00:45:07.406" v="3489" actId="1076"/>
          <ac:cxnSpMkLst>
            <pc:docMk/>
            <pc:sldMk cId="3545125884" sldId="274"/>
            <ac:cxnSpMk id="17" creationId="{4356287A-DBFF-42AE-BC45-35E181B45724}"/>
          </ac:cxnSpMkLst>
        </pc:cxnChg>
        <pc:cxnChg chg="add mod">
          <ac:chgData name="gayudharshu8@gmail.com" userId="0ba75f22570f4142" providerId="LiveId" clId="{5F1E9581-2ED6-4694-91DE-0FC0D2487331}" dt="2021-03-19T00:45:09.897" v="3490" actId="1076"/>
          <ac:cxnSpMkLst>
            <pc:docMk/>
            <pc:sldMk cId="3545125884" sldId="274"/>
            <ac:cxnSpMk id="20" creationId="{76EF1D66-458D-4AE8-8574-94A88BCB19EA}"/>
          </ac:cxnSpMkLst>
        </pc:cxnChg>
        <pc:cxnChg chg="add mod">
          <ac:chgData name="gayudharshu8@gmail.com" userId="0ba75f22570f4142" providerId="LiveId" clId="{5F1E9581-2ED6-4694-91DE-0FC0D2487331}" dt="2021-03-19T00:45:37.152" v="3492" actId="13822"/>
          <ac:cxnSpMkLst>
            <pc:docMk/>
            <pc:sldMk cId="3545125884" sldId="274"/>
            <ac:cxnSpMk id="22" creationId="{7D87F62E-3450-4D61-BD8E-8039B0C5CCE1}"/>
          </ac:cxnSpMkLst>
        </pc:cxnChg>
        <pc:cxnChg chg="add mod">
          <ac:chgData name="gayudharshu8@gmail.com" userId="0ba75f22570f4142" providerId="LiveId" clId="{5F1E9581-2ED6-4694-91DE-0FC0D2487331}" dt="2021-03-19T00:45:53.587" v="3494" actId="13822"/>
          <ac:cxnSpMkLst>
            <pc:docMk/>
            <pc:sldMk cId="3545125884" sldId="274"/>
            <ac:cxnSpMk id="24" creationId="{B1B804B6-798B-4091-965C-9BEBC399FDBF}"/>
          </ac:cxnSpMkLst>
        </pc:cxnChg>
        <pc:cxnChg chg="add mod">
          <ac:chgData name="gayudharshu8@gmail.com" userId="0ba75f22570f4142" providerId="LiveId" clId="{5F1E9581-2ED6-4694-91DE-0FC0D2487331}" dt="2021-03-19T00:46:06.572" v="3496" actId="13822"/>
          <ac:cxnSpMkLst>
            <pc:docMk/>
            <pc:sldMk cId="3545125884" sldId="274"/>
            <ac:cxnSpMk id="26" creationId="{7BBC5B4C-D5CC-4070-8A2E-D6B40F3BA9A0}"/>
          </ac:cxnSpMkLst>
        </pc:cxnChg>
        <pc:cxnChg chg="add mod">
          <ac:chgData name="gayudharshu8@gmail.com" userId="0ba75f22570f4142" providerId="LiveId" clId="{5F1E9581-2ED6-4694-91DE-0FC0D2487331}" dt="2021-03-19T00:51:05.400" v="3603" actId="13822"/>
          <ac:cxnSpMkLst>
            <pc:docMk/>
            <pc:sldMk cId="3545125884" sldId="274"/>
            <ac:cxnSpMk id="32" creationId="{5A314FFC-472B-4745-9BDC-3AB8C41DA7AE}"/>
          </ac:cxnSpMkLst>
        </pc:cxnChg>
        <pc:cxnChg chg="add mod">
          <ac:chgData name="gayudharshu8@gmail.com" userId="0ba75f22570f4142" providerId="LiveId" clId="{5F1E9581-2ED6-4694-91DE-0FC0D2487331}" dt="2021-03-19T00:54:01.700" v="3621" actId="14100"/>
          <ac:cxnSpMkLst>
            <pc:docMk/>
            <pc:sldMk cId="3545125884" sldId="274"/>
            <ac:cxnSpMk id="34" creationId="{F77BD00C-E60C-4A58-92E7-714FD4999FFF}"/>
          </ac:cxnSpMkLst>
        </pc:cxnChg>
        <pc:cxnChg chg="add del">
          <ac:chgData name="gayudharshu8@gmail.com" userId="0ba75f22570f4142" providerId="LiveId" clId="{5F1E9581-2ED6-4694-91DE-0FC0D2487331}" dt="2021-03-19T00:52:08.789" v="3608" actId="11529"/>
          <ac:cxnSpMkLst>
            <pc:docMk/>
            <pc:sldMk cId="3545125884" sldId="274"/>
            <ac:cxnSpMk id="37" creationId="{9994FFB9-312C-4E31-8542-70C6A6E9901F}"/>
          </ac:cxnSpMkLst>
        </pc:cxnChg>
        <pc:cxnChg chg="add mod">
          <ac:chgData name="gayudharshu8@gmail.com" userId="0ba75f22570f4142" providerId="LiveId" clId="{5F1E9581-2ED6-4694-91DE-0FC0D2487331}" dt="2021-03-19T00:53:36.932" v="3617" actId="1076"/>
          <ac:cxnSpMkLst>
            <pc:docMk/>
            <pc:sldMk cId="3545125884" sldId="274"/>
            <ac:cxnSpMk id="39" creationId="{A2442607-12C0-4D47-B463-9A6EC41C86AC}"/>
          </ac:cxnSpMkLst>
        </pc:cxnChg>
        <pc:cxnChg chg="add mod">
          <ac:chgData name="gayudharshu8@gmail.com" userId="0ba75f22570f4142" providerId="LiveId" clId="{5F1E9581-2ED6-4694-91DE-0FC0D2487331}" dt="2021-03-19T00:53:48.502" v="3619" actId="14100"/>
          <ac:cxnSpMkLst>
            <pc:docMk/>
            <pc:sldMk cId="3545125884" sldId="274"/>
            <ac:cxnSpMk id="43" creationId="{B08F06D0-9533-4269-B8A0-9A2D7A15890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4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02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51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15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0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9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12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9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455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2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35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0431C-2562-4DB5-A03A-1CC3D513508C}" type="datetimeFigureOut">
              <a:rPr lang="en-IN" smtClean="0"/>
              <a:t>30-03-2021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836E4-8B56-40FF-BC22-4A76E2C8B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4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30BC0C-0409-46ED-B784-CC144681E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90" y="-595286"/>
            <a:ext cx="8965962" cy="279694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SRM VALLIAMMAI ENGINEERING COLLEGE</a:t>
            </a:r>
            <a:b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b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WORK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EFC1BD5-85DB-4212-8984-3FC8C5BD5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890" y="2580641"/>
            <a:ext cx="9531470" cy="3921759"/>
          </a:xfrm>
        </p:spPr>
        <p:txBody>
          <a:bodyPr>
            <a:normAutofit/>
          </a:bodyPr>
          <a:lstStyle/>
          <a:p>
            <a:endParaRPr lang="en-US" sz="1600" u="sng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“REAL TIME LICENSE PLATE DETECTION USING TENSORFLOW AND TESSERACT”</a:t>
            </a:r>
            <a:endParaRPr lang="en-US" sz="1600" b="1" u="sng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</a:t>
            </a:r>
            <a:r>
              <a:rPr lang="en-US" sz="1600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22MP02	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1600" b="1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</a:p>
          <a:p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1)ISHWARIYA.P(412818205021)</a:t>
            </a:r>
          </a:p>
          <a:p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LAKSHMI PRABHA.R(412818205034)</a:t>
            </a:r>
            <a:endParaRPr lang="en-US" sz="1600" b="1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3)MYTHIREYENI.P.V.(412818205042)</a:t>
            </a: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4)NEELAVENI.M(412818205045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US" sz="16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GUIDANCE OF</a:t>
            </a:r>
          </a:p>
          <a:p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16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A.R.REVATHI /</a:t>
            </a:r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PROFFESSOR.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5D2800E-A3B9-4095-A23B-FE57668C1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289" y="914812"/>
            <a:ext cx="914400" cy="947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B2EB5DB-28B3-4F23-B560-0F89D59D4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271" y="877375"/>
            <a:ext cx="8667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3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1A8DCE-743D-480A-BFF7-99A700029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037"/>
            <a:ext cx="9144000" cy="800099"/>
          </a:xfrm>
        </p:spPr>
        <p:txBody>
          <a:bodyPr>
            <a:noAutofit/>
          </a:bodyPr>
          <a:lstStyle/>
          <a:p>
            <a:pPr algn="l"/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FSBrabo"/>
              </a:rPr>
              <a:t/>
            </a:r>
            <a:br>
              <a:rPr lang="en-US" sz="2800" b="0" i="0" dirty="0">
                <a:solidFill>
                  <a:srgbClr val="000000"/>
                </a:solidFill>
                <a:effectLst/>
                <a:latin typeface="FSBrabo"/>
              </a:rPr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9642DA5-3D35-4181-BFFA-C5036D1D8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680" y="863600"/>
            <a:ext cx="10464992" cy="6822535"/>
          </a:xfrm>
        </p:spPr>
        <p:txBody>
          <a:bodyPr>
            <a:normAutofit fontScale="550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detect unlicensed cars.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simplify paper works and fines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provide security in the society.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toll plaza and border control.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identify the Rash drivers.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Helpful in solving crime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accidental cases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4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4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HIT-AND-RUN CASE SOLVED:</a:t>
            </a: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California,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76-year-old man was killed in a hit-and-run incident. Witnesses were able to capture a partial license plate number of the car, which was provided to 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cops.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Equipped with this information, 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cops used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LPR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to query the partial plate and the location of the hit within a 10-mile radius. The image results 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allowed the police to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full license plate number, and eventually the location of the suspect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US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 smtClean="0">
              <a:solidFill>
                <a:srgbClr val="000000"/>
              </a:solidFill>
              <a:latin typeface="FSBrabo"/>
            </a:endParaRPr>
          </a:p>
          <a:p>
            <a:pPr algn="l"/>
            <a:endParaRPr lang="en-US" dirty="0" smtClean="0">
              <a:solidFill>
                <a:srgbClr val="000000"/>
              </a:solidFill>
              <a:latin typeface="FSBrabo"/>
            </a:endParaRP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FSBrabo"/>
            </a:endParaRPr>
          </a:p>
          <a:p>
            <a:pPr algn="l"/>
            <a:r>
              <a:rPr lang="en-US" sz="2400" b="0" i="0" dirty="0" smtClean="0">
                <a:solidFill>
                  <a:srgbClr val="000000"/>
                </a:solidFill>
                <a:effectLst/>
                <a:latin typeface="FSBrabo"/>
              </a:rPr>
              <a:t/>
            </a:r>
            <a:br>
              <a:rPr lang="en-US" sz="2400" b="0" i="0" dirty="0" smtClean="0">
                <a:solidFill>
                  <a:srgbClr val="000000"/>
                </a:solidFill>
                <a:effectLst/>
                <a:latin typeface="FSBrabo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8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28B3888-40C2-4589-8F8F-92D8F5245D3F}"/>
              </a:ext>
            </a:extLst>
          </p:cNvPr>
          <p:cNvSpPr txBox="1"/>
          <p:nvPr/>
        </p:nvSpPr>
        <p:spPr>
          <a:xfrm>
            <a:off x="1539734" y="652944"/>
            <a:ext cx="9199386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r>
              <a:rPr lang="en-IN" sz="3200" b="1" u="sng" dirty="0"/>
              <a:t>          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make reliable detection rate above 99.62%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precision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053" y="3222878"/>
            <a:ext cx="42291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0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6837" y="1128955"/>
            <a:ext cx="912387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1.True positive(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TP/TP+FN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2.True negative(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TP/TP+FN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3.False positive(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FP/FP+TN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4.False negative(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FN/FN+TP)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False positive rate of 1.675% for complicated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the accuracy Histogram of oriented gradients, Local binary pattern, Support vector machine and Extreme learning machine algorithms are used.</a:t>
            </a:r>
          </a:p>
        </p:txBody>
      </p:sp>
    </p:spTree>
    <p:extLst>
      <p:ext uri="{BB962C8B-B14F-4D97-AF65-F5344CB8AC3E}">
        <p14:creationId xmlns:p14="http://schemas.microsoft.com/office/powerpoint/2010/main" val="3181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DBDB04-649E-4C7F-93E1-104E0CD6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38" y="365126"/>
            <a:ext cx="11285314" cy="560850"/>
          </a:xfrm>
        </p:spPr>
        <p:txBody>
          <a:bodyPr>
            <a:normAutofit/>
          </a:bodyPr>
          <a:lstStyle/>
          <a:p>
            <a:r>
              <a:rPr lang="en-US" sz="24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:</a:t>
            </a:r>
            <a:endParaRPr lang="en-IN" sz="24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Content Placeholder 2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612733"/>
              </p:ext>
            </p:extLst>
          </p:nvPr>
        </p:nvGraphicFramePr>
        <p:xfrm>
          <a:off x="592430" y="925975"/>
          <a:ext cx="11132722" cy="57607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55454"/>
                <a:gridCol w="1855454"/>
                <a:gridCol w="1892454"/>
                <a:gridCol w="1818452"/>
                <a:gridCol w="1855454"/>
                <a:gridCol w="1855454"/>
              </a:tblGrid>
              <a:tr h="628777">
                <a:tc>
                  <a:txBody>
                    <a:bodyPr/>
                    <a:lstStyle/>
                    <a:p>
                      <a:r>
                        <a:rPr lang="en-US" dirty="0" smtClean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PAPER</a:t>
                      </a:r>
                      <a:r>
                        <a:rPr lang="en-US" baseline="0" dirty="0" smtClean="0"/>
                        <a:t>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TITLE</a:t>
                      </a:r>
                      <a:r>
                        <a:rPr lang="en-US" baseline="0" dirty="0" smtClean="0"/>
                        <a:t> OF THE 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YEAR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CONCEPT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CHALLENGES</a:t>
                      </a:r>
                      <a:endParaRPr lang="en-IN" dirty="0"/>
                    </a:p>
                  </a:txBody>
                  <a:tcPr/>
                </a:tc>
              </a:tr>
              <a:tr h="2245631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Borneo international conference- IEEE</a:t>
                      </a:r>
                    </a:p>
                    <a:p>
                      <a:r>
                        <a:rPr lang="en-US" dirty="0" smtClean="0"/>
                        <a:t>Access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Real time vehicle license plate detection by using convolutional neural network algorithm with </a:t>
                      </a:r>
                      <a:r>
                        <a:rPr lang="en-US" dirty="0" err="1" smtClean="0"/>
                        <a:t>tensorflow</a:t>
                      </a:r>
                      <a:r>
                        <a:rPr lang="en-US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 propose vehicle license plates detection system </a:t>
                      </a:r>
                    </a:p>
                    <a:p>
                      <a:r>
                        <a:rPr lang="en-US" dirty="0" smtClean="0"/>
                        <a:t>by using convolutional neural network (CNN) with </a:t>
                      </a:r>
                      <a:r>
                        <a:rPr lang="en-US" dirty="0" err="1" smtClean="0"/>
                        <a:t>tensorflow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This have the accuracy around 70-99%</a:t>
                      </a:r>
                      <a:endParaRPr lang="en-IN" dirty="0"/>
                    </a:p>
                  </a:txBody>
                  <a:tcPr/>
                </a:tc>
              </a:tr>
              <a:tr h="2784583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International conference-IEEE</a:t>
                      </a:r>
                    </a:p>
                    <a:p>
                      <a:r>
                        <a:rPr lang="en-US" dirty="0" smtClean="0"/>
                        <a:t>Access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Real Time License Plate Detection Using </a:t>
                      </a:r>
                    </a:p>
                    <a:p>
                      <a:r>
                        <a:rPr lang="en-US" dirty="0" err="1" smtClean="0"/>
                        <a:t>OpenCV</a:t>
                      </a:r>
                      <a:r>
                        <a:rPr lang="en-US" dirty="0" smtClean="0"/>
                        <a:t> and Tesseract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</a:t>
                      </a:r>
                    </a:p>
                    <a:p>
                      <a:r>
                        <a:rPr lang="en-US" dirty="0" smtClean="0"/>
                        <a:t>CV2 </a:t>
                      </a:r>
                      <a:r>
                        <a:rPr lang="en-US" dirty="0" err="1" smtClean="0"/>
                        <a:t>OpenCV</a:t>
                      </a:r>
                      <a:r>
                        <a:rPr lang="en-US" dirty="0" smtClean="0"/>
                        <a:t> library using Python language is used for image </a:t>
                      </a:r>
                    </a:p>
                    <a:p>
                      <a:r>
                        <a:rPr lang="en-US" dirty="0" smtClean="0"/>
                        <a:t>processing and </a:t>
                      </a:r>
                      <a:r>
                        <a:rPr lang="en-US" dirty="0" err="1" smtClean="0"/>
                        <a:t>Tessaract</a:t>
                      </a:r>
                      <a:r>
                        <a:rPr lang="en-US" dirty="0" smtClean="0"/>
                        <a:t> is used for text extraction from the </a:t>
                      </a:r>
                    </a:p>
                    <a:p>
                      <a:r>
                        <a:rPr lang="en-US" dirty="0" smtClean="0"/>
                        <a:t>processed image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This have the accuracy around 89%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72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51608"/>
              </p:ext>
            </p:extLst>
          </p:nvPr>
        </p:nvGraphicFramePr>
        <p:xfrm>
          <a:off x="1417166" y="745424"/>
          <a:ext cx="9271320" cy="393192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545220"/>
                <a:gridCol w="1545220"/>
                <a:gridCol w="1545220"/>
                <a:gridCol w="1545220"/>
                <a:gridCol w="1545220"/>
                <a:gridCol w="15452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International conference –</a:t>
                      </a:r>
                    </a:p>
                    <a:p>
                      <a:r>
                        <a:rPr lang="en-US" dirty="0" smtClean="0"/>
                        <a:t>IEEE</a:t>
                      </a:r>
                      <a:r>
                        <a:rPr lang="en-US" baseline="0" dirty="0" smtClean="0"/>
                        <a:t> Access</a:t>
                      </a:r>
                      <a:endParaRPr lang="en-IN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Automated license plate detection using a support vector machine</a:t>
                      </a:r>
                      <a:endParaRPr lang="en-IN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2016</a:t>
                      </a:r>
                      <a:endParaRPr lang="en-IN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SVM (Support Vector Machine) based on negative </a:t>
                      </a:r>
                    </a:p>
                    <a:p>
                      <a:r>
                        <a:rPr lang="en-US" dirty="0" smtClean="0"/>
                        <a:t>and positive examples is used to determine whether or not a </a:t>
                      </a:r>
                    </a:p>
                    <a:p>
                      <a:r>
                        <a:rPr lang="en-US" dirty="0" smtClean="0"/>
                        <a:t>candidate area is a license plate</a:t>
                      </a:r>
                      <a:endParaRPr lang="en-IN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effectiveness of this method was confirmed to yield a license plate </a:t>
                      </a:r>
                    </a:p>
                    <a:p>
                      <a:r>
                        <a:rPr lang="en-US" dirty="0" smtClean="0"/>
                        <a:t>detection rate of approximately 90%.</a:t>
                      </a:r>
                      <a:endParaRPr lang="en-IN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83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73CAD8-81D0-4A68-A89C-4FD2F0B4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IN" sz="32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ACE86F-688B-41B4-9FE1-753B2C792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98530" cy="5315955"/>
          </a:xfrm>
        </p:spPr>
        <p:txBody>
          <a:bodyPr>
            <a:normAutofit/>
          </a:bodyPr>
          <a:lstStyle/>
          <a:p>
            <a:r>
              <a:rPr lang="en-US" sz="3600" dirty="0"/>
              <a:t>The effectiveness </a:t>
            </a:r>
            <a:r>
              <a:rPr lang="en-US" sz="3600" dirty="0" smtClean="0"/>
              <a:t>of support vector machine method </a:t>
            </a:r>
            <a:r>
              <a:rPr lang="en-US" sz="3600" dirty="0"/>
              <a:t>was confirmed to yield a license plate </a:t>
            </a:r>
            <a:r>
              <a:rPr lang="en-US" sz="3600" dirty="0" smtClean="0"/>
              <a:t>detection </a:t>
            </a:r>
            <a:r>
              <a:rPr lang="en-US" sz="3600" dirty="0"/>
              <a:t>rate of approximately 90%.</a:t>
            </a:r>
            <a:endParaRPr lang="en-IN" sz="3600" dirty="0"/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false positive rate for complicated images is 1.675%.</a:t>
            </a:r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camera</a:t>
            </a: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2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1700F7-07FB-43FE-9B09-ED1A0EB4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  <a:endParaRPr lang="en-IN" sz="32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32EFC52-18C4-4364-B116-4193348C3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94358" cy="4100613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1.HOG-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of oriented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gradients.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2.LPB-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binary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pattern. 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3.Feature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using SVM(support vector machine) and ELM(extreme learning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machine)classifiers.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also it is Implemented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tensor flow and Tesseract python libraries.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: An English car database including 510 vehicle images under different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conditions.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database also includes the rotated images with different LP angles, such as 45◦ , 30◦ , 20◦ , 15◦ , and 5◦ 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various illumination conditions with three LPs resolutions of 100 × 25, 200 ×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 and 300 x 75.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00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C2A1B2-47DC-4B0D-B51F-6D71549AB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6"/>
            <a:ext cx="10515600" cy="683492"/>
          </a:xfrm>
        </p:spPr>
        <p:txBody>
          <a:bodyPr>
            <a:normAutofit/>
          </a:bodyPr>
          <a:lstStyle/>
          <a:p>
            <a:r>
              <a:rPr lang="en-US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B1D72F-AAD0-46B5-93B0-FAA0F77BC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866" y="713509"/>
            <a:ext cx="10515600" cy="5629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965" y="723302"/>
            <a:ext cx="6265363" cy="613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2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D486A6-1C42-494A-9F96-B9E674E6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HARDWARE REQUIREMENTS:</a:t>
            </a:r>
            <a:endParaRPr lang="en-IN" sz="32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81CA8D-4BDB-4769-9B26-C9BC758DD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182"/>
            <a:ext cx="10033000" cy="49017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3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0" indent="0">
              <a:buNone/>
            </a:pPr>
            <a:r>
              <a:rPr lang="en-US" sz="3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Windows, Linux ,IOS.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Languages: 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marL="0" indent="0">
              <a:buNone/>
            </a:pPr>
            <a:r>
              <a:rPr lang="en-US" sz="3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 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Tensor flow and Tesseract.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lang="en-US" sz="3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Anaconda environment.</a:t>
            </a:r>
          </a:p>
          <a:p>
            <a:pPr marL="0" indent="0">
              <a:buNone/>
            </a:pPr>
            <a:endParaRPr lang="en-US" sz="3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3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sz="33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3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</a:t>
            </a:r>
            <a:r>
              <a:rPr lang="en-US" sz="3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250GB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RAM: 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4GB.</a:t>
            </a:r>
          </a:p>
          <a:p>
            <a:pPr marL="0" indent="0">
              <a:buNone/>
            </a:pPr>
            <a:r>
              <a:rPr lang="en-US" sz="3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Camera: 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 megapixel (if required).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34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31B51E-10C9-47CB-966B-B30AB6E9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32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75AA34A-8A21-464A-AAF5-CC77B2EE7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237"/>
            <a:ext cx="10256520" cy="399380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reliable detection rate above 99.62%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precision recall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can be achieved.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1.675% False Positive Rate.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72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0EA421-DB6F-4012-B0B7-2DD758162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595"/>
            <a:ext cx="10515600" cy="725920"/>
          </a:xfrm>
        </p:spPr>
        <p:txBody>
          <a:bodyPr>
            <a:normAutofit/>
          </a:bodyPr>
          <a:lstStyle/>
          <a:p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:</a:t>
            </a:r>
            <a:endParaRPr lang="en-IN" sz="28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EC0672-6D71-4F76-851A-98F60C1C6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719" y="1007110"/>
            <a:ext cx="10515600" cy="5165090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 err="1" smtClean="0"/>
              <a:t>Meeras</a:t>
            </a:r>
            <a:r>
              <a:rPr lang="en-IN" dirty="0" smtClean="0"/>
              <a:t> </a:t>
            </a:r>
            <a:r>
              <a:rPr lang="en-IN" dirty="0"/>
              <a:t>Salman </a:t>
            </a:r>
            <a:r>
              <a:rPr lang="en-IN" dirty="0" smtClean="0"/>
              <a:t>Al-</a:t>
            </a:r>
            <a:r>
              <a:rPr lang="en-IN" dirty="0" err="1" smtClean="0"/>
              <a:t>Shemarry</a:t>
            </a:r>
            <a:r>
              <a:rPr lang="en-IN" dirty="0" smtClean="0"/>
              <a:t>, and </a:t>
            </a:r>
            <a:r>
              <a:rPr lang="en-IN" dirty="0"/>
              <a:t>Y</a:t>
            </a:r>
            <a:r>
              <a:rPr lang="en-IN" dirty="0" smtClean="0"/>
              <a:t>an </a:t>
            </a:r>
            <a:r>
              <a:rPr lang="en-IN" dirty="0" err="1" smtClean="0"/>
              <a:t>li,Sept</a:t>
            </a:r>
            <a:r>
              <a:rPr lang="en-IN" dirty="0" smtClean="0"/>
              <a:t> 2020,”</a:t>
            </a:r>
            <a:r>
              <a:rPr lang="en-US" dirty="0" smtClean="0"/>
              <a:t>Developing </a:t>
            </a:r>
            <a:r>
              <a:rPr lang="en-US" dirty="0"/>
              <a:t>Learning-Based Preprocessing Methods for Detecting Complicated Vehicle </a:t>
            </a:r>
            <a:r>
              <a:rPr lang="en-US" dirty="0" err="1"/>
              <a:t>Licence</a:t>
            </a:r>
            <a:r>
              <a:rPr lang="en-US" dirty="0"/>
              <a:t> </a:t>
            </a:r>
            <a:r>
              <a:rPr lang="en-US" dirty="0" smtClean="0"/>
              <a:t>Plates”,</a:t>
            </a:r>
            <a:r>
              <a:rPr lang="en-IN" dirty="0"/>
              <a:t> </a:t>
            </a:r>
            <a:r>
              <a:rPr lang="en-US" dirty="0"/>
              <a:t>This work is licensed under a Creative Commons Attribution 4.0 License. For more information, see https://creativecommons.org/licenses/by/4.0</a:t>
            </a:r>
            <a:r>
              <a:rPr lang="en-US" dirty="0" smtClean="0"/>
              <a:t>/ ,</a:t>
            </a:r>
            <a:r>
              <a:rPr lang="en-IN" dirty="0" smtClean="0"/>
              <a:t>VOLUME </a:t>
            </a:r>
            <a:r>
              <a:rPr lang="en-IN" dirty="0"/>
              <a:t>8, </a:t>
            </a:r>
            <a:r>
              <a:rPr lang="en-IN" dirty="0" smtClean="0"/>
              <a:t>pp. 170951-170966.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Imam </a:t>
            </a:r>
            <a:r>
              <a:rPr lang="en-IN" dirty="0" err="1" smtClean="0"/>
              <a:t>Taufiq</a:t>
            </a:r>
            <a:r>
              <a:rPr lang="en-IN" dirty="0"/>
              <a:t>, </a:t>
            </a:r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Bambang</a:t>
            </a:r>
            <a:r>
              <a:rPr lang="en-IN" dirty="0"/>
              <a:t> </a:t>
            </a:r>
            <a:r>
              <a:rPr lang="en-IN" dirty="0" err="1" smtClean="0"/>
              <a:t>Purnomosidi</a:t>
            </a:r>
            <a:r>
              <a:rPr lang="en-IN" dirty="0"/>
              <a:t>, M. </a:t>
            </a:r>
            <a:r>
              <a:rPr lang="en-IN" dirty="0" err="1"/>
              <a:t>Agung</a:t>
            </a:r>
            <a:r>
              <a:rPr lang="en-IN" dirty="0"/>
              <a:t> </a:t>
            </a:r>
            <a:r>
              <a:rPr lang="en-IN" dirty="0" err="1" smtClean="0"/>
              <a:t>Nugroho</a:t>
            </a:r>
            <a:r>
              <a:rPr lang="en-IN" dirty="0" smtClean="0"/>
              <a:t> and </a:t>
            </a:r>
            <a:r>
              <a:rPr lang="en-IN" dirty="0" err="1" smtClean="0"/>
              <a:t>Akhmad</a:t>
            </a:r>
            <a:r>
              <a:rPr lang="en-IN" dirty="0" smtClean="0"/>
              <a:t> Dahlan,2018 ,“</a:t>
            </a:r>
            <a:r>
              <a:rPr lang="en-US" dirty="0" smtClean="0"/>
              <a:t>Real-time </a:t>
            </a:r>
            <a:r>
              <a:rPr lang="en-US" dirty="0"/>
              <a:t>Vehicle License Plate Detection by Using Convolutional Neural Network Algorithm with </a:t>
            </a:r>
            <a:r>
              <a:rPr lang="en-US" dirty="0" err="1" smtClean="0"/>
              <a:t>Tensorflow</a:t>
            </a:r>
            <a:r>
              <a:rPr lang="en-US" dirty="0"/>
              <a:t>”, </a:t>
            </a:r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</a:t>
            </a:r>
            <a:r>
              <a:rPr lang="en-US" dirty="0"/>
              <a:t>Borneo International Conference on Applied Mathematics and Engineering (BICAME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 smtClean="0"/>
              <a:t>Shigeharu</a:t>
            </a:r>
            <a:r>
              <a:rPr lang="en-IN" dirty="0" smtClean="0"/>
              <a:t> Miyata,2016,”Automated License Plate Detection Using A Support Vector Machine”,14</a:t>
            </a:r>
            <a:r>
              <a:rPr lang="en-IN" baseline="30000" dirty="0" smtClean="0"/>
              <a:t>th</a:t>
            </a:r>
            <a:r>
              <a:rPr lang="en-IN" dirty="0" smtClean="0"/>
              <a:t> international Conference on Control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smtClean="0">
                <a:cs typeface="Times New Roman" panose="02020603050405020304" pitchFamily="18" charset="0"/>
              </a:rPr>
              <a:t>Automation and Robotics &amp; Vision Phuket.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cs typeface="Times New Roman" panose="02020603050405020304" pitchFamily="18" charset="0"/>
              </a:rPr>
              <a:t>Rahul R. </a:t>
            </a:r>
            <a:r>
              <a:rPr lang="en-US" dirty="0" err="1" smtClean="0">
                <a:cs typeface="Times New Roman" panose="02020603050405020304" pitchFamily="18" charset="0"/>
              </a:rPr>
              <a:t>Palekar</a:t>
            </a:r>
            <a:r>
              <a:rPr lang="en-US" dirty="0" smtClean="0"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cs typeface="Times New Roman" panose="02020603050405020304" pitchFamily="18" charset="0"/>
              </a:rPr>
              <a:t>Sushant</a:t>
            </a:r>
            <a:r>
              <a:rPr lang="en-US" dirty="0" smtClean="0">
                <a:cs typeface="Times New Roman" panose="02020603050405020304" pitchFamily="18" charset="0"/>
              </a:rPr>
              <a:t> U. </a:t>
            </a:r>
            <a:r>
              <a:rPr lang="en-US" dirty="0" err="1" smtClean="0">
                <a:cs typeface="Times New Roman" panose="02020603050405020304" pitchFamily="18" charset="0"/>
              </a:rPr>
              <a:t>Parab</a:t>
            </a:r>
            <a:r>
              <a:rPr lang="en-US" dirty="0" smtClean="0">
                <a:cs typeface="Times New Roman" panose="02020603050405020304" pitchFamily="18" charset="0"/>
              </a:rPr>
              <a:t> and </a:t>
            </a:r>
            <a:r>
              <a:rPr lang="en-US" dirty="0" err="1" smtClean="0">
                <a:cs typeface="Times New Roman" panose="02020603050405020304" pitchFamily="18" charset="0"/>
              </a:rPr>
              <a:t>Dhurmil</a:t>
            </a:r>
            <a:r>
              <a:rPr lang="en-US" dirty="0" smtClean="0">
                <a:cs typeface="Times New Roman" panose="02020603050405020304" pitchFamily="18" charset="0"/>
              </a:rPr>
              <a:t> P. Parikh, 2017,”Real Time License Plate Detection Using </a:t>
            </a:r>
            <a:r>
              <a:rPr lang="en-US" dirty="0" err="1" smtClean="0">
                <a:cs typeface="Times New Roman" panose="02020603050405020304" pitchFamily="18" charset="0"/>
              </a:rPr>
              <a:t>OpenCV</a:t>
            </a:r>
            <a:r>
              <a:rPr lang="en-US" dirty="0" smtClean="0">
                <a:cs typeface="Times New Roman" panose="02020603050405020304" pitchFamily="18" charset="0"/>
              </a:rPr>
              <a:t> and </a:t>
            </a:r>
            <a:r>
              <a:rPr lang="en-US" dirty="0" err="1" smtClean="0">
                <a:cs typeface="Times New Roman" panose="02020603050405020304" pitchFamily="18" charset="0"/>
              </a:rPr>
              <a:t>Tesseract</a:t>
            </a:r>
            <a:r>
              <a:rPr lang="en-US" dirty="0" smtClean="0">
                <a:cs typeface="Times New Roman" panose="02020603050405020304" pitchFamily="18" charset="0"/>
              </a:rPr>
              <a:t>”,International Conference On Communication And Signal Processing.</a:t>
            </a:r>
            <a:endParaRPr lang="en-IN" dirty="0" smtClean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51E3700-3978-4E2D-A67E-6981C8B11FCE}"/>
              </a:ext>
            </a:extLst>
          </p:cNvPr>
          <p:cNvSpPr txBox="1"/>
          <p:nvPr/>
        </p:nvSpPr>
        <p:spPr>
          <a:xfrm>
            <a:off x="2808142" y="-338554"/>
            <a:ext cx="60942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5053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540F4E-E677-4EF2-A4DF-A46D6D73C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7CE6CA8-50AB-4D80-A6A2-B5282F5F62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13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1258</TotalTime>
  <Words>773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FSBrabo</vt:lpstr>
      <vt:lpstr>Times New Roman</vt:lpstr>
      <vt:lpstr>Office Theme</vt:lpstr>
      <vt:lpstr>SRM VALLIAMMAI ENGINEERING COLLEGE (An Autonomous Institution) DEPARTMENT OF INFORMATION TECHNOLOGY MINI PROJECT WORK</vt:lpstr>
      <vt:lpstr>INTRODUCTION:. </vt:lpstr>
      <vt:lpstr>PowerPoint Presentation</vt:lpstr>
      <vt:lpstr>PowerPoint Presentation</vt:lpstr>
      <vt:lpstr>EXISTING SYSTEM :</vt:lpstr>
      <vt:lpstr>PowerPoint Presentation</vt:lpstr>
      <vt:lpstr>CHALLENGES:</vt:lpstr>
      <vt:lpstr>PROPOSED SYSTEM:</vt:lpstr>
      <vt:lpstr>ARCHITECTURE :</vt:lpstr>
      <vt:lpstr>SOFTWARE &amp; HARDWARE REQUIREMENTS:</vt:lpstr>
      <vt:lpstr>CONCLUSION:</vt:lpstr>
      <vt:lpstr>REFERENCES :</vt:lpstr>
      <vt:lpstr>THANK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SRM VALLIAMMAI ENGINEERING COLLEGE (An Autonomous Institution) DEPARTMENT OF INFORMATION TECHNOLOGY IT8811-PROJECT WORK</dc:title>
  <dc:creator>gayudharshu8@gmail.com</dc:creator>
  <cp:lastModifiedBy>Hai</cp:lastModifiedBy>
  <cp:revision>86</cp:revision>
  <dcterms:created xsi:type="dcterms:W3CDTF">2021-03-10T15:50:32Z</dcterms:created>
  <dcterms:modified xsi:type="dcterms:W3CDTF">2021-03-30T08:32:19Z</dcterms:modified>
</cp:coreProperties>
</file>